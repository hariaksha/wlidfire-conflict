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43891200" cy="32918400"/>
  <p:notesSz cx="6950075" cy="9236075"/>
  <p:embeddedFontLst>
    <p:embeddedFont>
      <p:font typeface="Cambria Math" panose="02040503050406030204" pitchFamily="18" charset="0"/>
      <p:regular r:id="rId4"/>
    </p:embeddedFont>
    <p:embeddedFont>
      <p:font typeface="Corbel" panose="020B0503020204020204" pitchFamily="34" charset="0"/>
      <p:regular r:id="rId5"/>
      <p:bold r:id="rId6"/>
      <p:italic r:id="rId7"/>
      <p:boldItalic r:id="rId8"/>
    </p:embeddedFont>
    <p:embeddedFont>
      <p:font typeface="EB Garamond" pitchFamily="2" charset="0"/>
      <p:regular r:id="rId9"/>
      <p:bold r:id="rId10"/>
      <p:italic r:id="rId11"/>
      <p:boldItalic r:id="rId12"/>
    </p:embeddedFont>
    <p:embeddedFont>
      <p:font typeface="Verdana" panose="020B0604030504040204" pitchFamily="34" charset="0"/>
      <p:regular r:id="rId13"/>
      <p:bold r:id="rId14"/>
      <p:italic r:id="rId15"/>
      <p:boldItalic r:id="rId1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4124">
          <p15:clr>
            <a:srgbClr val="A4A3A4"/>
          </p15:clr>
        </p15:guide>
        <p15:guide id="2" orient="horz" pos="20231">
          <p15:clr>
            <a:srgbClr val="A4A3A4"/>
          </p15:clr>
        </p15:guide>
        <p15:guide id="3" orient="horz" pos="3912">
          <p15:clr>
            <a:srgbClr val="A4A3A4"/>
          </p15:clr>
        </p15:guide>
        <p15:guide id="4" orient="horz" pos="8587">
          <p15:clr>
            <a:srgbClr val="A4A3A4"/>
          </p15:clr>
        </p15:guide>
        <p15:guide id="5" orient="horz" pos="4163">
          <p15:clr>
            <a:srgbClr val="A4A3A4"/>
          </p15:clr>
        </p15:guide>
        <p15:guide id="6" pos="26856">
          <p15:clr>
            <a:srgbClr val="A4A3A4"/>
          </p15:clr>
        </p15:guide>
        <p15:guide id="7" pos="27200">
          <p15:clr>
            <a:srgbClr val="A4A3A4"/>
          </p15:clr>
        </p15:guide>
        <p15:guide id="8" pos="13584">
          <p15:clr>
            <a:srgbClr val="A4A3A4"/>
          </p15:clr>
        </p15:guide>
        <p15:guide id="9" pos="8556">
          <p15:clr>
            <a:srgbClr val="A4A3A4"/>
          </p15:clr>
        </p15:guide>
        <p15:guide id="10" pos="716">
          <p15:clr>
            <a:srgbClr val="A4A3A4"/>
          </p15:clr>
        </p15:guide>
        <p15:guide id="11" pos="7496">
          <p15:clr>
            <a:srgbClr val="A4A3A4"/>
          </p15:clr>
        </p15:guide>
        <p15:guide id="12" pos="21156">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1" roundtripDataSignature="AMtx7mgWSjSeOX8ykGe4GBVg+ganuGxPX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1868BD-F9F7-49CA-A317-5B179EA2F347}" v="455" dt="2024-03-16T05:01:14.90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p:scale>
          <a:sx n="30" d="100"/>
          <a:sy n="30" d="100"/>
        </p:scale>
        <p:origin x="1352" y="-376"/>
      </p:cViewPr>
      <p:guideLst>
        <p:guide orient="horz" pos="14124"/>
        <p:guide orient="horz" pos="20231"/>
        <p:guide orient="horz" pos="3912"/>
        <p:guide orient="horz" pos="8587"/>
        <p:guide orient="horz" pos="4163"/>
        <p:guide pos="26856"/>
        <p:guide pos="27200"/>
        <p:guide pos="13584"/>
        <p:guide pos="8556"/>
        <p:guide pos="716"/>
        <p:guide pos="7496"/>
        <p:guide pos="2115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openxmlformats.org/officeDocument/2006/relationships/font" Target="fonts/font10.fntdata"/><Relationship Id="rId26" Type="http://schemas.microsoft.com/office/2016/11/relationships/changesInfo" Target="changesInfos/changesInfo1.xml"/><Relationship Id="rId3" Type="http://schemas.openxmlformats.org/officeDocument/2006/relationships/notesMaster" Target="notesMasters/notesMaster1.xml"/><Relationship Id="rId21" Type="http://customschemas.google.com/relationships/presentationmetadata" Target="metadata"/><Relationship Id="rId7" Type="http://schemas.openxmlformats.org/officeDocument/2006/relationships/font" Target="fonts/font4.fntdata"/><Relationship Id="rId12" Type="http://schemas.openxmlformats.org/officeDocument/2006/relationships/font" Target="fonts/font9.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3.fntdata"/><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font" Target="fonts/font8.fntdata"/><Relationship Id="rId24" Type="http://schemas.openxmlformats.org/officeDocument/2006/relationships/theme" Target="theme/theme1.xml"/><Relationship Id="rId5" Type="http://schemas.openxmlformats.org/officeDocument/2006/relationships/font" Target="fonts/font2.fntdata"/><Relationship Id="rId15" Type="http://schemas.openxmlformats.org/officeDocument/2006/relationships/font" Target="fonts/font12.fntdata"/><Relationship Id="rId23" Type="http://schemas.openxmlformats.org/officeDocument/2006/relationships/viewProps" Target="viewProps.xml"/><Relationship Id="rId10" Type="http://schemas.openxmlformats.org/officeDocument/2006/relationships/font" Target="fonts/font7.fntdata"/><Relationship Id="rId4" Type="http://schemas.openxmlformats.org/officeDocument/2006/relationships/font" Target="fonts/font1.fntdata"/><Relationship Id="rId9" Type="http://schemas.openxmlformats.org/officeDocument/2006/relationships/font" Target="fonts/font6.fntdata"/><Relationship Id="rId14" Type="http://schemas.openxmlformats.org/officeDocument/2006/relationships/font" Target="fonts/font11.fntdata"/><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riaksha Gunda" userId="c3d5802c32daedcc" providerId="LiveId" clId="{721868BD-F9F7-49CA-A317-5B179EA2F347}"/>
    <pc:docChg chg="undo redo custSel addSld delSld modSld">
      <pc:chgData name="Hariaksha Gunda" userId="c3d5802c32daedcc" providerId="LiveId" clId="{721868BD-F9F7-49CA-A317-5B179EA2F347}" dt="2024-03-16T05:02:09.439" v="6237" actId="1036"/>
      <pc:docMkLst>
        <pc:docMk/>
      </pc:docMkLst>
      <pc:sldChg chg="addSp delSp modSp mod">
        <pc:chgData name="Hariaksha Gunda" userId="c3d5802c32daedcc" providerId="LiveId" clId="{721868BD-F9F7-49CA-A317-5B179EA2F347}" dt="2024-03-16T05:02:09.439" v="6237" actId="1036"/>
        <pc:sldMkLst>
          <pc:docMk/>
          <pc:sldMk cId="0" sldId="256"/>
        </pc:sldMkLst>
        <pc:spChg chg="add mod">
          <ac:chgData name="Hariaksha Gunda" userId="c3d5802c32daedcc" providerId="LiveId" clId="{721868BD-F9F7-49CA-A317-5B179EA2F347}" dt="2024-03-16T04:41:10.105" v="6050" actId="1036"/>
          <ac:spMkLst>
            <pc:docMk/>
            <pc:sldMk cId="0" sldId="256"/>
            <ac:spMk id="2" creationId="{7D7E1AB2-8033-B250-0C06-DF75CFA627B2}"/>
          </ac:spMkLst>
        </pc:spChg>
        <pc:spChg chg="add">
          <ac:chgData name="Hariaksha Gunda" userId="c3d5802c32daedcc" providerId="LiveId" clId="{721868BD-F9F7-49CA-A317-5B179EA2F347}" dt="2024-03-16T03:36:20.477" v="4444"/>
          <ac:spMkLst>
            <pc:docMk/>
            <pc:sldMk cId="0" sldId="256"/>
            <ac:spMk id="6" creationId="{5B90C6C5-5F30-4C8D-5A8F-A0500D563E84}"/>
          </ac:spMkLst>
        </pc:spChg>
        <pc:spChg chg="add mod">
          <ac:chgData name="Hariaksha Gunda" userId="c3d5802c32daedcc" providerId="LiveId" clId="{721868BD-F9F7-49CA-A317-5B179EA2F347}" dt="2024-03-16T04:41:10.105" v="6050" actId="1036"/>
          <ac:spMkLst>
            <pc:docMk/>
            <pc:sldMk cId="0" sldId="256"/>
            <ac:spMk id="8" creationId="{0B7D1384-4D48-0FD2-6023-C0F1037547FB}"/>
          </ac:spMkLst>
        </pc:spChg>
        <pc:spChg chg="mod">
          <ac:chgData name="Hariaksha Gunda" userId="c3d5802c32daedcc" providerId="LiveId" clId="{721868BD-F9F7-49CA-A317-5B179EA2F347}" dt="2024-03-16T04:03:37.290" v="5060" actId="1076"/>
          <ac:spMkLst>
            <pc:docMk/>
            <pc:sldMk cId="0" sldId="256"/>
            <ac:spMk id="89" creationId="{00000000-0000-0000-0000-000000000000}"/>
          </ac:spMkLst>
        </pc:spChg>
        <pc:spChg chg="mod">
          <ac:chgData name="Hariaksha Gunda" userId="c3d5802c32daedcc" providerId="LiveId" clId="{721868BD-F9F7-49CA-A317-5B179EA2F347}" dt="2024-03-16T04:03:37.290" v="5060" actId="1076"/>
          <ac:spMkLst>
            <pc:docMk/>
            <pc:sldMk cId="0" sldId="256"/>
            <ac:spMk id="90" creationId="{00000000-0000-0000-0000-000000000000}"/>
          </ac:spMkLst>
        </pc:spChg>
        <pc:spChg chg="mod">
          <ac:chgData name="Hariaksha Gunda" userId="c3d5802c32daedcc" providerId="LiveId" clId="{721868BD-F9F7-49CA-A317-5B179EA2F347}" dt="2024-03-16T04:53:01.806" v="6072" actId="14100"/>
          <ac:spMkLst>
            <pc:docMk/>
            <pc:sldMk cId="0" sldId="256"/>
            <ac:spMk id="91" creationId="{00000000-0000-0000-0000-000000000000}"/>
          </ac:spMkLst>
        </pc:spChg>
        <pc:spChg chg="del mod">
          <ac:chgData name="Hariaksha Gunda" userId="c3d5802c32daedcc" providerId="LiveId" clId="{721868BD-F9F7-49CA-A317-5B179EA2F347}" dt="2024-03-16T03:30:54.664" v="4311" actId="478"/>
          <ac:spMkLst>
            <pc:docMk/>
            <pc:sldMk cId="0" sldId="256"/>
            <ac:spMk id="92" creationId="{00000000-0000-0000-0000-000000000000}"/>
          </ac:spMkLst>
        </pc:spChg>
        <pc:spChg chg="mod">
          <ac:chgData name="Hariaksha Gunda" userId="c3d5802c32daedcc" providerId="LiveId" clId="{721868BD-F9F7-49CA-A317-5B179EA2F347}" dt="2024-03-16T04:03:37.290" v="5060" actId="1076"/>
          <ac:spMkLst>
            <pc:docMk/>
            <pc:sldMk cId="0" sldId="256"/>
            <ac:spMk id="93" creationId="{00000000-0000-0000-0000-000000000000}"/>
          </ac:spMkLst>
        </pc:spChg>
        <pc:spChg chg="mod">
          <ac:chgData name="Hariaksha Gunda" userId="c3d5802c32daedcc" providerId="LiveId" clId="{721868BD-F9F7-49CA-A317-5B179EA2F347}" dt="2024-03-16T04:28:56.506" v="6003" actId="1035"/>
          <ac:spMkLst>
            <pc:docMk/>
            <pc:sldMk cId="0" sldId="256"/>
            <ac:spMk id="94" creationId="{00000000-0000-0000-0000-000000000000}"/>
          </ac:spMkLst>
        </pc:spChg>
        <pc:spChg chg="mod">
          <ac:chgData name="Hariaksha Gunda" userId="c3d5802c32daedcc" providerId="LiveId" clId="{721868BD-F9F7-49CA-A317-5B179EA2F347}" dt="2024-03-16T04:03:37.290" v="5060" actId="1076"/>
          <ac:spMkLst>
            <pc:docMk/>
            <pc:sldMk cId="0" sldId="256"/>
            <ac:spMk id="95" creationId="{00000000-0000-0000-0000-000000000000}"/>
          </ac:spMkLst>
        </pc:spChg>
        <pc:spChg chg="mod">
          <ac:chgData name="Hariaksha Gunda" userId="c3d5802c32daedcc" providerId="LiveId" clId="{721868BD-F9F7-49CA-A317-5B179EA2F347}" dt="2024-03-16T04:03:37.290" v="5060" actId="1076"/>
          <ac:spMkLst>
            <pc:docMk/>
            <pc:sldMk cId="0" sldId="256"/>
            <ac:spMk id="96" creationId="{00000000-0000-0000-0000-000000000000}"/>
          </ac:spMkLst>
        </pc:spChg>
        <pc:spChg chg="mod">
          <ac:chgData name="Hariaksha Gunda" userId="c3d5802c32daedcc" providerId="LiveId" clId="{721868BD-F9F7-49CA-A317-5B179EA2F347}" dt="2024-03-16T04:03:37.290" v="5060" actId="1076"/>
          <ac:spMkLst>
            <pc:docMk/>
            <pc:sldMk cId="0" sldId="256"/>
            <ac:spMk id="97" creationId="{00000000-0000-0000-0000-000000000000}"/>
          </ac:spMkLst>
        </pc:spChg>
        <pc:spChg chg="mod">
          <ac:chgData name="Hariaksha Gunda" userId="c3d5802c32daedcc" providerId="LiveId" clId="{721868BD-F9F7-49CA-A317-5B179EA2F347}" dt="2024-03-16T04:28:43.901" v="5980" actId="1035"/>
          <ac:spMkLst>
            <pc:docMk/>
            <pc:sldMk cId="0" sldId="256"/>
            <ac:spMk id="98" creationId="{00000000-0000-0000-0000-000000000000}"/>
          </ac:spMkLst>
        </pc:spChg>
        <pc:spChg chg="mod">
          <ac:chgData name="Hariaksha Gunda" userId="c3d5802c32daedcc" providerId="LiveId" clId="{721868BD-F9F7-49CA-A317-5B179EA2F347}" dt="2024-03-16T04:28:43.901" v="5980" actId="1035"/>
          <ac:spMkLst>
            <pc:docMk/>
            <pc:sldMk cId="0" sldId="256"/>
            <ac:spMk id="99" creationId="{00000000-0000-0000-0000-000000000000}"/>
          </ac:spMkLst>
        </pc:spChg>
        <pc:spChg chg="mod">
          <ac:chgData name="Hariaksha Gunda" userId="c3d5802c32daedcc" providerId="LiveId" clId="{721868BD-F9F7-49CA-A317-5B179EA2F347}" dt="2024-03-16T04:03:37.290" v="5060" actId="1076"/>
          <ac:spMkLst>
            <pc:docMk/>
            <pc:sldMk cId="0" sldId="256"/>
            <ac:spMk id="100" creationId="{00000000-0000-0000-0000-000000000000}"/>
          </ac:spMkLst>
        </pc:spChg>
        <pc:spChg chg="mod">
          <ac:chgData name="Hariaksha Gunda" userId="c3d5802c32daedcc" providerId="LiveId" clId="{721868BD-F9F7-49CA-A317-5B179EA2F347}" dt="2024-03-16T04:03:37.290" v="5060" actId="1076"/>
          <ac:spMkLst>
            <pc:docMk/>
            <pc:sldMk cId="0" sldId="256"/>
            <ac:spMk id="101" creationId="{00000000-0000-0000-0000-000000000000}"/>
          </ac:spMkLst>
        </pc:spChg>
        <pc:spChg chg="mod">
          <ac:chgData name="Hariaksha Gunda" userId="c3d5802c32daedcc" providerId="LiveId" clId="{721868BD-F9F7-49CA-A317-5B179EA2F347}" dt="2024-03-16T04:03:37.290" v="5060" actId="1076"/>
          <ac:spMkLst>
            <pc:docMk/>
            <pc:sldMk cId="0" sldId="256"/>
            <ac:spMk id="102" creationId="{00000000-0000-0000-0000-000000000000}"/>
          </ac:spMkLst>
        </pc:spChg>
        <pc:spChg chg="mod">
          <ac:chgData name="Hariaksha Gunda" userId="c3d5802c32daedcc" providerId="LiveId" clId="{721868BD-F9F7-49CA-A317-5B179EA2F347}" dt="2024-03-16T04:22:36.411" v="5666" actId="20577"/>
          <ac:spMkLst>
            <pc:docMk/>
            <pc:sldMk cId="0" sldId="256"/>
            <ac:spMk id="103" creationId="{00000000-0000-0000-0000-000000000000}"/>
          </ac:spMkLst>
        </pc:spChg>
        <pc:spChg chg="mod">
          <ac:chgData name="Hariaksha Gunda" userId="c3d5802c32daedcc" providerId="LiveId" clId="{721868BD-F9F7-49CA-A317-5B179EA2F347}" dt="2024-03-16T04:28:56.506" v="6003" actId="1035"/>
          <ac:spMkLst>
            <pc:docMk/>
            <pc:sldMk cId="0" sldId="256"/>
            <ac:spMk id="104" creationId="{00000000-0000-0000-0000-000000000000}"/>
          </ac:spMkLst>
        </pc:spChg>
        <pc:spChg chg="mod">
          <ac:chgData name="Hariaksha Gunda" userId="c3d5802c32daedcc" providerId="LiveId" clId="{721868BD-F9F7-49CA-A317-5B179EA2F347}" dt="2024-03-16T04:28:56.506" v="6003" actId="1035"/>
          <ac:spMkLst>
            <pc:docMk/>
            <pc:sldMk cId="0" sldId="256"/>
            <ac:spMk id="105" creationId="{00000000-0000-0000-0000-000000000000}"/>
          </ac:spMkLst>
        </pc:spChg>
        <pc:spChg chg="mod">
          <ac:chgData name="Hariaksha Gunda" userId="c3d5802c32daedcc" providerId="LiveId" clId="{721868BD-F9F7-49CA-A317-5B179EA2F347}" dt="2024-03-16T04:28:56.506" v="6003" actId="1035"/>
          <ac:spMkLst>
            <pc:docMk/>
            <pc:sldMk cId="0" sldId="256"/>
            <ac:spMk id="107" creationId="{00000000-0000-0000-0000-000000000000}"/>
          </ac:spMkLst>
        </pc:spChg>
        <pc:spChg chg="mod">
          <ac:chgData name="Hariaksha Gunda" userId="c3d5802c32daedcc" providerId="LiveId" clId="{721868BD-F9F7-49CA-A317-5B179EA2F347}" dt="2024-03-16T04:28:56.506" v="6003" actId="1035"/>
          <ac:spMkLst>
            <pc:docMk/>
            <pc:sldMk cId="0" sldId="256"/>
            <ac:spMk id="108" creationId="{00000000-0000-0000-0000-000000000000}"/>
          </ac:spMkLst>
        </pc:spChg>
        <pc:spChg chg="mod">
          <ac:chgData name="Hariaksha Gunda" userId="c3d5802c32daedcc" providerId="LiveId" clId="{721868BD-F9F7-49CA-A317-5B179EA2F347}" dt="2024-03-16T04:28:12.266" v="5957" actId="20577"/>
          <ac:spMkLst>
            <pc:docMk/>
            <pc:sldMk cId="0" sldId="256"/>
            <ac:spMk id="110" creationId="{00000000-0000-0000-0000-000000000000}"/>
          </ac:spMkLst>
        </pc:spChg>
        <pc:spChg chg="mod">
          <ac:chgData name="Hariaksha Gunda" userId="c3d5802c32daedcc" providerId="LiveId" clId="{721868BD-F9F7-49CA-A317-5B179EA2F347}" dt="2024-03-16T04:28:56.506" v="6003" actId="1035"/>
          <ac:spMkLst>
            <pc:docMk/>
            <pc:sldMk cId="0" sldId="256"/>
            <ac:spMk id="111" creationId="{00000000-0000-0000-0000-000000000000}"/>
          </ac:spMkLst>
        </pc:spChg>
        <pc:spChg chg="del">
          <ac:chgData name="Hariaksha Gunda" userId="c3d5802c32daedcc" providerId="LiveId" clId="{721868BD-F9F7-49CA-A317-5B179EA2F347}" dt="2024-03-14T17:59:42.562" v="1622" actId="478"/>
          <ac:spMkLst>
            <pc:docMk/>
            <pc:sldMk cId="0" sldId="256"/>
            <ac:spMk id="112" creationId="{00000000-0000-0000-0000-000000000000}"/>
          </ac:spMkLst>
        </pc:spChg>
        <pc:spChg chg="mod">
          <ac:chgData name="Hariaksha Gunda" userId="c3d5802c32daedcc" providerId="LiveId" clId="{721868BD-F9F7-49CA-A317-5B179EA2F347}" dt="2024-03-15T20:17:04.875" v="2190" actId="255"/>
          <ac:spMkLst>
            <pc:docMk/>
            <pc:sldMk cId="0" sldId="256"/>
            <ac:spMk id="115" creationId="{00000000-0000-0000-0000-000000000000}"/>
          </ac:spMkLst>
        </pc:spChg>
        <pc:spChg chg="mod">
          <ac:chgData name="Hariaksha Gunda" userId="c3d5802c32daedcc" providerId="LiveId" clId="{721868BD-F9F7-49CA-A317-5B179EA2F347}" dt="2024-03-15T23:19:43.915" v="3869" actId="20577"/>
          <ac:spMkLst>
            <pc:docMk/>
            <pc:sldMk cId="0" sldId="256"/>
            <ac:spMk id="119" creationId="{00000000-0000-0000-0000-000000000000}"/>
          </ac:spMkLst>
        </pc:spChg>
        <pc:spChg chg="mod">
          <ac:chgData name="Hariaksha Gunda" userId="c3d5802c32daedcc" providerId="LiveId" clId="{721868BD-F9F7-49CA-A317-5B179EA2F347}" dt="2024-03-15T20:17:12.157" v="2193" actId="255"/>
          <ac:spMkLst>
            <pc:docMk/>
            <pc:sldMk cId="0" sldId="256"/>
            <ac:spMk id="123" creationId="{00000000-0000-0000-0000-000000000000}"/>
          </ac:spMkLst>
        </pc:spChg>
        <pc:spChg chg="mod">
          <ac:chgData name="Hariaksha Gunda" userId="c3d5802c32daedcc" providerId="LiveId" clId="{721868BD-F9F7-49CA-A317-5B179EA2F347}" dt="2024-03-15T22:38:01.233" v="3298" actId="20577"/>
          <ac:spMkLst>
            <pc:docMk/>
            <pc:sldMk cId="0" sldId="256"/>
            <ac:spMk id="127" creationId="{00000000-0000-0000-0000-000000000000}"/>
          </ac:spMkLst>
        </pc:spChg>
        <pc:spChg chg="mod">
          <ac:chgData name="Hariaksha Gunda" userId="c3d5802c32daedcc" providerId="LiveId" clId="{721868BD-F9F7-49CA-A317-5B179EA2F347}" dt="2024-03-16T04:03:37.290" v="5060" actId="1076"/>
          <ac:spMkLst>
            <pc:docMk/>
            <pc:sldMk cId="0" sldId="256"/>
            <ac:spMk id="128" creationId="{00000000-0000-0000-0000-000000000000}"/>
          </ac:spMkLst>
        </pc:spChg>
        <pc:spChg chg="mod">
          <ac:chgData name="Hariaksha Gunda" userId="c3d5802c32daedcc" providerId="LiveId" clId="{721868BD-F9F7-49CA-A317-5B179EA2F347}" dt="2024-03-16T04:03:37.290" v="5060" actId="1076"/>
          <ac:spMkLst>
            <pc:docMk/>
            <pc:sldMk cId="0" sldId="256"/>
            <ac:spMk id="129" creationId="{00000000-0000-0000-0000-000000000000}"/>
          </ac:spMkLst>
        </pc:spChg>
        <pc:spChg chg="mod">
          <ac:chgData name="Hariaksha Gunda" userId="c3d5802c32daedcc" providerId="LiveId" clId="{721868BD-F9F7-49CA-A317-5B179EA2F347}" dt="2024-03-16T04:53:31.227" v="6080" actId="20577"/>
          <ac:spMkLst>
            <pc:docMk/>
            <pc:sldMk cId="0" sldId="256"/>
            <ac:spMk id="130" creationId="{00000000-0000-0000-0000-000000000000}"/>
          </ac:spMkLst>
        </pc:spChg>
        <pc:spChg chg="mod">
          <ac:chgData name="Hariaksha Gunda" userId="c3d5802c32daedcc" providerId="LiveId" clId="{721868BD-F9F7-49CA-A317-5B179EA2F347}" dt="2024-03-16T04:03:37.290" v="5060" actId="1076"/>
          <ac:spMkLst>
            <pc:docMk/>
            <pc:sldMk cId="0" sldId="256"/>
            <ac:spMk id="131" creationId="{00000000-0000-0000-0000-000000000000}"/>
          </ac:spMkLst>
        </pc:spChg>
        <pc:spChg chg="mod">
          <ac:chgData name="Hariaksha Gunda" userId="c3d5802c32daedcc" providerId="LiveId" clId="{721868BD-F9F7-49CA-A317-5B179EA2F347}" dt="2024-03-16T04:28:43.901" v="5980" actId="1035"/>
          <ac:spMkLst>
            <pc:docMk/>
            <pc:sldMk cId="0" sldId="256"/>
            <ac:spMk id="133" creationId="{00000000-0000-0000-0000-000000000000}"/>
          </ac:spMkLst>
        </pc:spChg>
        <pc:spChg chg="mod">
          <ac:chgData name="Hariaksha Gunda" userId="c3d5802c32daedcc" providerId="LiveId" clId="{721868BD-F9F7-49CA-A317-5B179EA2F347}" dt="2024-03-16T04:28:43.901" v="5980" actId="1035"/>
          <ac:spMkLst>
            <pc:docMk/>
            <pc:sldMk cId="0" sldId="256"/>
            <ac:spMk id="134" creationId="{00000000-0000-0000-0000-000000000000}"/>
          </ac:spMkLst>
        </pc:spChg>
        <pc:spChg chg="mod">
          <ac:chgData name="Hariaksha Gunda" userId="c3d5802c32daedcc" providerId="LiveId" clId="{721868BD-F9F7-49CA-A317-5B179EA2F347}" dt="2024-03-16T04:03:37.290" v="5060" actId="1076"/>
          <ac:spMkLst>
            <pc:docMk/>
            <pc:sldMk cId="0" sldId="256"/>
            <ac:spMk id="135" creationId="{00000000-0000-0000-0000-000000000000}"/>
          </ac:spMkLst>
        </pc:spChg>
        <pc:spChg chg="mod">
          <ac:chgData name="Hariaksha Gunda" userId="c3d5802c32daedcc" providerId="LiveId" clId="{721868BD-F9F7-49CA-A317-5B179EA2F347}" dt="2024-03-16T04:03:37.290" v="5060" actId="1076"/>
          <ac:spMkLst>
            <pc:docMk/>
            <pc:sldMk cId="0" sldId="256"/>
            <ac:spMk id="136" creationId="{00000000-0000-0000-0000-000000000000}"/>
          </ac:spMkLst>
        </pc:spChg>
        <pc:spChg chg="del">
          <ac:chgData name="Hariaksha Gunda" userId="c3d5802c32daedcc" providerId="LiveId" clId="{721868BD-F9F7-49CA-A317-5B179EA2F347}" dt="2024-03-14T17:59:37.951" v="1620" actId="478"/>
          <ac:spMkLst>
            <pc:docMk/>
            <pc:sldMk cId="0" sldId="256"/>
            <ac:spMk id="137" creationId="{00000000-0000-0000-0000-000000000000}"/>
          </ac:spMkLst>
        </pc:spChg>
        <pc:spChg chg="mod">
          <ac:chgData name="Hariaksha Gunda" userId="c3d5802c32daedcc" providerId="LiveId" clId="{721868BD-F9F7-49CA-A317-5B179EA2F347}" dt="2024-03-16T03:30:41.209" v="4309" actId="20577"/>
          <ac:spMkLst>
            <pc:docMk/>
            <pc:sldMk cId="0" sldId="256"/>
            <ac:spMk id="141" creationId="{00000000-0000-0000-0000-000000000000}"/>
          </ac:spMkLst>
        </pc:spChg>
        <pc:spChg chg="del">
          <ac:chgData name="Hariaksha Gunda" userId="c3d5802c32daedcc" providerId="LiveId" clId="{721868BD-F9F7-49CA-A317-5B179EA2F347}" dt="2024-03-14T17:59:34.545" v="1619" actId="478"/>
          <ac:spMkLst>
            <pc:docMk/>
            <pc:sldMk cId="0" sldId="256"/>
            <ac:spMk id="166" creationId="{00000000-0000-0000-0000-000000000000}"/>
          </ac:spMkLst>
        </pc:spChg>
        <pc:spChg chg="mod">
          <ac:chgData name="Hariaksha Gunda" userId="c3d5802c32daedcc" providerId="LiveId" clId="{721868BD-F9F7-49CA-A317-5B179EA2F347}" dt="2024-03-16T05:02:09.439" v="6237" actId="1036"/>
          <ac:spMkLst>
            <pc:docMk/>
            <pc:sldMk cId="0" sldId="256"/>
            <ac:spMk id="167" creationId="{00000000-0000-0000-0000-000000000000}"/>
          </ac:spMkLst>
        </pc:spChg>
        <pc:spChg chg="mod">
          <ac:chgData name="Hariaksha Gunda" userId="c3d5802c32daedcc" providerId="LiveId" clId="{721868BD-F9F7-49CA-A317-5B179EA2F347}" dt="2024-03-16T04:50:43.417" v="6064" actId="20577"/>
          <ac:spMkLst>
            <pc:docMk/>
            <pc:sldMk cId="0" sldId="256"/>
            <ac:spMk id="168" creationId="{00000000-0000-0000-0000-000000000000}"/>
          </ac:spMkLst>
        </pc:spChg>
        <pc:spChg chg="mod">
          <ac:chgData name="Hariaksha Gunda" userId="c3d5802c32daedcc" providerId="LiveId" clId="{721868BD-F9F7-49CA-A317-5B179EA2F347}" dt="2024-03-16T04:28:56.506" v="6003" actId="1035"/>
          <ac:spMkLst>
            <pc:docMk/>
            <pc:sldMk cId="0" sldId="256"/>
            <ac:spMk id="169" creationId="{00000000-0000-0000-0000-000000000000}"/>
          </ac:spMkLst>
        </pc:spChg>
        <pc:spChg chg="mod">
          <ac:chgData name="Hariaksha Gunda" userId="c3d5802c32daedcc" providerId="LiveId" clId="{721868BD-F9F7-49CA-A317-5B179EA2F347}" dt="2024-03-16T04:28:56.506" v="6003" actId="1035"/>
          <ac:spMkLst>
            <pc:docMk/>
            <pc:sldMk cId="0" sldId="256"/>
            <ac:spMk id="170" creationId="{00000000-0000-0000-0000-000000000000}"/>
          </ac:spMkLst>
        </pc:spChg>
        <pc:spChg chg="mod">
          <ac:chgData name="Hariaksha Gunda" userId="c3d5802c32daedcc" providerId="LiveId" clId="{721868BD-F9F7-49CA-A317-5B179EA2F347}" dt="2024-03-16T04:28:56.506" v="6003" actId="1035"/>
          <ac:spMkLst>
            <pc:docMk/>
            <pc:sldMk cId="0" sldId="256"/>
            <ac:spMk id="171" creationId="{00000000-0000-0000-0000-000000000000}"/>
          </ac:spMkLst>
        </pc:spChg>
        <pc:grpChg chg="mod">
          <ac:chgData name="Hariaksha Gunda" userId="c3d5802c32daedcc" providerId="LiveId" clId="{721868BD-F9F7-49CA-A317-5B179EA2F347}" dt="2024-03-16T04:03:37.290" v="5060" actId="1076"/>
          <ac:grpSpMkLst>
            <pc:docMk/>
            <pc:sldMk cId="0" sldId="256"/>
            <ac:grpSpMk id="113" creationId="{00000000-0000-0000-0000-000000000000}"/>
          </ac:grpSpMkLst>
        </pc:grpChg>
        <pc:grpChg chg="del">
          <ac:chgData name="Hariaksha Gunda" userId="c3d5802c32daedcc" providerId="LiveId" clId="{721868BD-F9F7-49CA-A317-5B179EA2F347}" dt="2024-03-16T03:30:43.835" v="4310" actId="478"/>
          <ac:grpSpMkLst>
            <pc:docMk/>
            <pc:sldMk cId="0" sldId="256"/>
            <ac:grpSpMk id="139" creationId="{00000000-0000-0000-0000-000000000000}"/>
          </ac:grpSpMkLst>
        </pc:grpChg>
        <pc:graphicFrameChg chg="add del modGraphic">
          <ac:chgData name="Hariaksha Gunda" userId="c3d5802c32daedcc" providerId="LiveId" clId="{721868BD-F9F7-49CA-A317-5B179EA2F347}" dt="2024-03-16T03:59:57.803" v="4791" actId="478"/>
          <ac:graphicFrameMkLst>
            <pc:docMk/>
            <pc:sldMk cId="0" sldId="256"/>
            <ac:graphicFrameMk id="9" creationId="{2405037E-E009-971D-F413-6CA4C9BAA3AD}"/>
          </ac:graphicFrameMkLst>
        </pc:graphicFrameChg>
        <pc:graphicFrameChg chg="add del modGraphic">
          <ac:chgData name="Hariaksha Gunda" userId="c3d5802c32daedcc" providerId="LiveId" clId="{721868BD-F9F7-49CA-A317-5B179EA2F347}" dt="2024-03-16T03:59:56.533" v="4790" actId="478"/>
          <ac:graphicFrameMkLst>
            <pc:docMk/>
            <pc:sldMk cId="0" sldId="256"/>
            <ac:graphicFrameMk id="10" creationId="{0BEB46EF-7C13-9B4E-53EE-F11F1C418BBE}"/>
          </ac:graphicFrameMkLst>
        </pc:graphicFrameChg>
        <pc:graphicFrameChg chg="add del mod">
          <ac:chgData name="Hariaksha Gunda" userId="c3d5802c32daedcc" providerId="LiveId" clId="{721868BD-F9F7-49CA-A317-5B179EA2F347}" dt="2024-03-16T03:59:54.868" v="4789" actId="478"/>
          <ac:graphicFrameMkLst>
            <pc:docMk/>
            <pc:sldMk cId="0" sldId="256"/>
            <ac:graphicFrameMk id="11" creationId="{3EAA4E0A-7778-B328-8090-390157B12A03}"/>
          </ac:graphicFrameMkLst>
        </pc:graphicFrameChg>
        <pc:graphicFrameChg chg="add mod modGraphic">
          <ac:chgData name="Hariaksha Gunda" userId="c3d5802c32daedcc" providerId="LiveId" clId="{721868BD-F9F7-49CA-A317-5B179EA2F347}" dt="2024-03-16T04:50:21.962" v="6058" actId="20577"/>
          <ac:graphicFrameMkLst>
            <pc:docMk/>
            <pc:sldMk cId="0" sldId="256"/>
            <ac:graphicFrameMk id="12" creationId="{AE49C644-9D36-EA05-FF38-AF1DBF4787AD}"/>
          </ac:graphicFrameMkLst>
        </pc:graphicFrameChg>
        <pc:graphicFrameChg chg="add mod modGraphic">
          <ac:chgData name="Hariaksha Gunda" userId="c3d5802c32daedcc" providerId="LiveId" clId="{721868BD-F9F7-49CA-A317-5B179EA2F347}" dt="2024-03-16T05:01:56.672" v="6220" actId="1036"/>
          <ac:graphicFrameMkLst>
            <pc:docMk/>
            <pc:sldMk cId="0" sldId="256"/>
            <ac:graphicFrameMk id="13" creationId="{D142EB76-012D-6B36-3088-9759EA3E14BD}"/>
          </ac:graphicFrameMkLst>
        </pc:graphicFrameChg>
        <pc:graphicFrameChg chg="add del modGraphic">
          <ac:chgData name="Hariaksha Gunda" userId="c3d5802c32daedcc" providerId="LiveId" clId="{721868BD-F9F7-49CA-A317-5B179EA2F347}" dt="2024-03-16T04:12:20.811" v="5342" actId="21"/>
          <ac:graphicFrameMkLst>
            <pc:docMk/>
            <pc:sldMk cId="0" sldId="256"/>
            <ac:graphicFrameMk id="14" creationId="{3FDE91CB-87D9-59F3-1448-9D59A3D89038}"/>
          </ac:graphicFrameMkLst>
        </pc:graphicFrameChg>
        <pc:graphicFrameChg chg="add del">
          <ac:chgData name="Hariaksha Gunda" userId="c3d5802c32daedcc" providerId="LiveId" clId="{721868BD-F9F7-49CA-A317-5B179EA2F347}" dt="2024-03-16T04:18:03.058" v="5382" actId="478"/>
          <ac:graphicFrameMkLst>
            <pc:docMk/>
            <pc:sldMk cId="0" sldId="256"/>
            <ac:graphicFrameMk id="16" creationId="{4B9A7692-D74F-F89A-542B-066229E0423E}"/>
          </ac:graphicFrameMkLst>
        </pc:graphicFrameChg>
        <pc:graphicFrameChg chg="add mod modGraphic">
          <ac:chgData name="Hariaksha Gunda" userId="c3d5802c32daedcc" providerId="LiveId" clId="{721868BD-F9F7-49CA-A317-5B179EA2F347}" dt="2024-03-16T05:02:06.433" v="6231" actId="1035"/>
          <ac:graphicFrameMkLst>
            <pc:docMk/>
            <pc:sldMk cId="0" sldId="256"/>
            <ac:graphicFrameMk id="17" creationId="{8F14349A-38C7-43F4-7882-3DAFAD7AC63E}"/>
          </ac:graphicFrameMkLst>
        </pc:graphicFrameChg>
        <pc:picChg chg="add del mod">
          <ac:chgData name="Hariaksha Gunda" userId="c3d5802c32daedcc" providerId="LiveId" clId="{721868BD-F9F7-49CA-A317-5B179EA2F347}" dt="2024-03-11T04:09:17.803" v="46" actId="478"/>
          <ac:picMkLst>
            <pc:docMk/>
            <pc:sldMk cId="0" sldId="256"/>
            <ac:picMk id="2" creationId="{4272945D-0216-09C0-F887-EC13BCDF2E45}"/>
          </ac:picMkLst>
        </pc:picChg>
        <pc:picChg chg="add mod">
          <ac:chgData name="Hariaksha Gunda" userId="c3d5802c32daedcc" providerId="LiveId" clId="{721868BD-F9F7-49CA-A317-5B179EA2F347}" dt="2024-03-16T04:03:37.290" v="5060" actId="1076"/>
          <ac:picMkLst>
            <pc:docMk/>
            <pc:sldMk cId="0" sldId="256"/>
            <ac:picMk id="3" creationId="{0F454FC8-6F81-FA71-B2C1-B7EC7489198F}"/>
          </ac:picMkLst>
        </pc:picChg>
        <pc:picChg chg="add mod">
          <ac:chgData name="Hariaksha Gunda" userId="c3d5802c32daedcc" providerId="LiveId" clId="{721868BD-F9F7-49CA-A317-5B179EA2F347}" dt="2024-03-16T04:30:36.801" v="6029" actId="1038"/>
          <ac:picMkLst>
            <pc:docMk/>
            <pc:sldMk cId="0" sldId="256"/>
            <ac:picMk id="4" creationId="{A09FCC25-E2AC-AE9F-2C65-58688AEA1119}"/>
          </ac:picMkLst>
        </pc:picChg>
        <pc:picChg chg="add del mod">
          <ac:chgData name="Hariaksha Gunda" userId="c3d5802c32daedcc" providerId="LiveId" clId="{721868BD-F9F7-49CA-A317-5B179EA2F347}" dt="2024-03-16T03:36:19.738" v="4443" actId="478"/>
          <ac:picMkLst>
            <pc:docMk/>
            <pc:sldMk cId="0" sldId="256"/>
            <ac:picMk id="5" creationId="{4514A148-11EE-C2EB-FE99-E0643BDBBCDC}"/>
          </ac:picMkLst>
        </pc:picChg>
        <pc:picChg chg="add mod">
          <ac:chgData name="Hariaksha Gunda" userId="c3d5802c32daedcc" providerId="LiveId" clId="{721868BD-F9F7-49CA-A317-5B179EA2F347}" dt="2024-03-16T04:30:12.328" v="6007" actId="1038"/>
          <ac:picMkLst>
            <pc:docMk/>
            <pc:sldMk cId="0" sldId="256"/>
            <ac:picMk id="7" creationId="{FFBDD742-4AF4-BE04-6165-F2C1F2975299}"/>
          </ac:picMkLst>
        </pc:picChg>
        <pc:picChg chg="add del mod">
          <ac:chgData name="Hariaksha Gunda" userId="c3d5802c32daedcc" providerId="LiveId" clId="{721868BD-F9F7-49CA-A317-5B179EA2F347}" dt="2024-03-16T04:17:14.556" v="5380" actId="478"/>
          <ac:picMkLst>
            <pc:docMk/>
            <pc:sldMk cId="0" sldId="256"/>
            <ac:picMk id="15" creationId="{53FAF450-5287-D64F-AEE0-956A6D4E6E00}"/>
          </ac:picMkLst>
        </pc:picChg>
        <pc:picChg chg="mod">
          <ac:chgData name="Hariaksha Gunda" userId="c3d5802c32daedcc" providerId="LiveId" clId="{721868BD-F9F7-49CA-A317-5B179EA2F347}" dt="2024-03-16T04:03:37.290" v="5060" actId="1076"/>
          <ac:picMkLst>
            <pc:docMk/>
            <pc:sldMk cId="0" sldId="256"/>
            <ac:picMk id="106" creationId="{00000000-0000-0000-0000-000000000000}"/>
          </ac:picMkLst>
        </pc:picChg>
        <pc:picChg chg="mod">
          <ac:chgData name="Hariaksha Gunda" userId="c3d5802c32daedcc" providerId="LiveId" clId="{721868BD-F9F7-49CA-A317-5B179EA2F347}" dt="2024-03-16T04:03:37.290" v="5060" actId="1076"/>
          <ac:picMkLst>
            <pc:docMk/>
            <pc:sldMk cId="0" sldId="256"/>
            <ac:picMk id="109" creationId="{00000000-0000-0000-0000-000000000000}"/>
          </ac:picMkLst>
        </pc:picChg>
        <pc:picChg chg="del">
          <ac:chgData name="Hariaksha Gunda" userId="c3d5802c32daedcc" providerId="LiveId" clId="{721868BD-F9F7-49CA-A317-5B179EA2F347}" dt="2024-03-11T04:20:28.493" v="143" actId="478"/>
          <ac:picMkLst>
            <pc:docMk/>
            <pc:sldMk cId="0" sldId="256"/>
            <ac:picMk id="132" creationId="{00000000-0000-0000-0000-000000000000}"/>
          </ac:picMkLst>
        </pc:picChg>
        <pc:picChg chg="del">
          <ac:chgData name="Hariaksha Gunda" userId="c3d5802c32daedcc" providerId="LiveId" clId="{721868BD-F9F7-49CA-A317-5B179EA2F347}" dt="2024-03-14T17:59:39.527" v="1621" actId="478"/>
          <ac:picMkLst>
            <pc:docMk/>
            <pc:sldMk cId="0" sldId="256"/>
            <ac:picMk id="138" creationId="{00000000-0000-0000-0000-000000000000}"/>
          </ac:picMkLst>
        </pc:picChg>
      </pc:sldChg>
      <pc:sldChg chg="addSp delSp modSp new del mod setBg">
        <pc:chgData name="Hariaksha Gunda" userId="c3d5802c32daedcc" providerId="LiveId" clId="{721868BD-F9F7-49CA-A317-5B179EA2F347}" dt="2024-03-12T04:09:56.657" v="1573" actId="47"/>
        <pc:sldMkLst>
          <pc:docMk/>
          <pc:sldMk cId="3697769384" sldId="257"/>
        </pc:sldMkLst>
        <pc:spChg chg="del">
          <ac:chgData name="Hariaksha Gunda" userId="c3d5802c32daedcc" providerId="LiveId" clId="{721868BD-F9F7-49CA-A317-5B179EA2F347}" dt="2024-03-11T04:05:47.783" v="28" actId="478"/>
          <ac:spMkLst>
            <pc:docMk/>
            <pc:sldMk cId="3697769384" sldId="257"/>
            <ac:spMk id="2" creationId="{14F2547A-DE24-2153-C060-2F58E2D2E39D}"/>
          </ac:spMkLst>
        </pc:spChg>
        <pc:spChg chg="del mod">
          <ac:chgData name="Hariaksha Gunda" userId="c3d5802c32daedcc" providerId="LiveId" clId="{721868BD-F9F7-49CA-A317-5B179EA2F347}" dt="2024-03-11T04:05:46.378" v="27" actId="478"/>
          <ac:spMkLst>
            <pc:docMk/>
            <pc:sldMk cId="3697769384" sldId="257"/>
            <ac:spMk id="3" creationId="{93638215-D025-843E-686B-6CDA7D8D8598}"/>
          </ac:spMkLst>
        </pc:spChg>
        <pc:spChg chg="add">
          <ac:chgData name="Hariaksha Gunda" userId="c3d5802c32daedcc" providerId="LiveId" clId="{721868BD-F9F7-49CA-A317-5B179EA2F347}" dt="2024-03-11T04:05:29.330" v="23"/>
          <ac:spMkLst>
            <pc:docMk/>
            <pc:sldMk cId="3697769384" sldId="257"/>
            <ac:spMk id="4" creationId="{B7A7DA59-F2B1-4417-29DE-FBCE770DFA28}"/>
          </ac:spMkLst>
        </pc:spChg>
        <pc:spChg chg="add del mod">
          <ac:chgData name="Hariaksha Gunda" userId="c3d5802c32daedcc" providerId="LiveId" clId="{721868BD-F9F7-49CA-A317-5B179EA2F347}" dt="2024-03-11T04:05:42.209" v="25" actId="478"/>
          <ac:spMkLst>
            <pc:docMk/>
            <pc:sldMk cId="3697769384" sldId="257"/>
            <ac:spMk id="5" creationId="{75738539-024A-FAB5-994C-31993B7C5C6B}"/>
          </ac:spMkLst>
        </pc:spChg>
        <pc:spChg chg="add del mod">
          <ac:chgData name="Hariaksha Gunda" userId="c3d5802c32daedcc" providerId="LiveId" clId="{721868BD-F9F7-49CA-A317-5B179EA2F347}" dt="2024-03-11T04:05:57.346" v="31" actId="478"/>
          <ac:spMkLst>
            <pc:docMk/>
            <pc:sldMk cId="3697769384" sldId="257"/>
            <ac:spMk id="6" creationId="{39E0B646-2F3A-7EA0-4043-3B1951EFAEF2}"/>
          </ac:spMkLst>
        </pc:spChg>
        <pc:spChg chg="add del mod">
          <ac:chgData name="Hariaksha Gunda" userId="c3d5802c32daedcc" providerId="LiveId" clId="{721868BD-F9F7-49CA-A317-5B179EA2F347}" dt="2024-03-11T04:07:06.144" v="35" actId="478"/>
          <ac:spMkLst>
            <pc:docMk/>
            <pc:sldMk cId="3697769384" sldId="257"/>
            <ac:spMk id="7" creationId="{5DAABD33-522B-76BD-DCB3-852CC3065318}"/>
          </ac:spMkLst>
        </pc:spChg>
        <pc:spChg chg="add mod">
          <ac:chgData name="Hariaksha Gunda" userId="c3d5802c32daedcc" providerId="LiveId" clId="{721868BD-F9F7-49CA-A317-5B179EA2F347}" dt="2024-03-11T04:20:48.242" v="153" actId="20577"/>
          <ac:spMkLst>
            <pc:docMk/>
            <pc:sldMk cId="3697769384" sldId="257"/>
            <ac:spMk id="10" creationId="{419A1673-2472-069B-630A-FCDA48C806F8}"/>
          </ac:spMkLst>
        </pc:spChg>
        <pc:picChg chg="add del mod">
          <ac:chgData name="Hariaksha Gunda" userId="c3d5802c32daedcc" providerId="LiveId" clId="{721868BD-F9F7-49CA-A317-5B179EA2F347}" dt="2024-03-11T04:16:09.927" v="66" actId="478"/>
          <ac:picMkLst>
            <pc:docMk/>
            <pc:sldMk cId="3697769384" sldId="257"/>
            <ac:picMk id="9" creationId="{72391338-A6CB-4EFF-5C7D-D76818DAD5DB}"/>
          </ac:picMkLst>
        </pc:picChg>
        <pc:picChg chg="add del mod">
          <ac:chgData name="Hariaksha Gunda" userId="c3d5802c32daedcc" providerId="LiveId" clId="{721868BD-F9F7-49CA-A317-5B179EA2F347}" dt="2024-03-11T04:17:34.096" v="84" actId="478"/>
          <ac:picMkLst>
            <pc:docMk/>
            <pc:sldMk cId="3697769384" sldId="257"/>
            <ac:picMk id="12" creationId="{9F34C0F5-80A7-0C62-F1FE-4ABA67AB91A1}"/>
          </ac:picMkLst>
        </pc:picChg>
        <pc:picChg chg="add mod">
          <ac:chgData name="Hariaksha Gunda" userId="c3d5802c32daedcc" providerId="LiveId" clId="{721868BD-F9F7-49CA-A317-5B179EA2F347}" dt="2024-03-11T04:20:58.223" v="154" actId="1076"/>
          <ac:picMkLst>
            <pc:docMk/>
            <pc:sldMk cId="3697769384" sldId="257"/>
            <ac:picMk id="14" creationId="{E626D29A-7252-DC6D-84FB-B68805986314}"/>
          </ac:picMkLst>
        </pc:picChg>
        <pc:picChg chg="add del mod">
          <ac:chgData name="Hariaksha Gunda" userId="c3d5802c32daedcc" providerId="LiveId" clId="{721868BD-F9F7-49CA-A317-5B179EA2F347}" dt="2024-03-11T04:10:53.182" v="50" actId="478"/>
          <ac:picMkLst>
            <pc:docMk/>
            <pc:sldMk cId="3697769384" sldId="257"/>
            <ac:picMk id="1034" creationId="{8B075210-236E-E942-2578-735D46CCCBFD}"/>
          </ac:picMkLst>
        </pc:picChg>
      </pc:sldChg>
      <pc:sldMasterChg chg="delSldLayout">
        <pc:chgData name="Hariaksha Gunda" userId="c3d5802c32daedcc" providerId="LiveId" clId="{721868BD-F9F7-49CA-A317-5B179EA2F347}" dt="2024-03-12T04:09:56.657" v="1573" actId="47"/>
        <pc:sldMasterMkLst>
          <pc:docMk/>
          <pc:sldMasterMk cId="0" sldId="2147483648"/>
        </pc:sldMasterMkLst>
        <pc:sldLayoutChg chg="del">
          <pc:chgData name="Hariaksha Gunda" userId="c3d5802c32daedcc" providerId="LiveId" clId="{721868BD-F9F7-49CA-A317-5B179EA2F347}" dt="2024-03-12T04:09:56.657" v="1573" actId="47"/>
          <pc:sldLayoutMkLst>
            <pc:docMk/>
            <pc:sldMasterMk cId="0" sldId="2147483648"/>
            <pc:sldLayoutMk cId="0" sldId="214748365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11488" cy="4635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937000" y="0"/>
            <a:ext cx="3011488" cy="46355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97000" y="1154113"/>
            <a:ext cx="4156075" cy="31178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95325" y="4445000"/>
            <a:ext cx="5559425" cy="3636963"/>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525"/>
            <a:ext cx="3011488" cy="46355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937000" y="8772525"/>
            <a:ext cx="3011488" cy="46355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397000" y="1154113"/>
            <a:ext cx="4156075" cy="31178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95325" y="4445000"/>
            <a:ext cx="5559425" cy="3636963"/>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1:notes"/>
          <p:cNvSpPr txBox="1">
            <a:spLocks noGrp="1"/>
          </p:cNvSpPr>
          <p:nvPr>
            <p:ph type="sldNum" idx="12"/>
          </p:nvPr>
        </p:nvSpPr>
        <p:spPr>
          <a:xfrm>
            <a:off x="3937000" y="8772525"/>
            <a:ext cx="3011488" cy="46355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291840" y="10226042"/>
            <a:ext cx="37307520" cy="705612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6583680" y="18653760"/>
            <a:ext cx="30723840" cy="8412480"/>
          </a:xfrm>
          <a:prstGeom prst="rect">
            <a:avLst/>
          </a:prstGeom>
          <a:noFill/>
          <a:ln>
            <a:noFill/>
          </a:ln>
        </p:spPr>
        <p:txBody>
          <a:bodyPr spcFirstLastPara="1" wrap="square" lIns="438900" tIns="219450" rIns="438900" bIns="219450" anchor="t" anchorCtr="0">
            <a:normAutofit/>
          </a:bodyPr>
          <a:lstStyle>
            <a:lvl1pPr lvl="0" algn="ctr">
              <a:spcBef>
                <a:spcPts val="3080"/>
              </a:spcBef>
              <a:spcAft>
                <a:spcPts val="0"/>
              </a:spcAft>
              <a:buClr>
                <a:srgbClr val="BF8B8E"/>
              </a:buClr>
              <a:buSzPts val="15400"/>
              <a:buNone/>
              <a:defRPr>
                <a:solidFill>
                  <a:srgbClr val="BF8B8E"/>
                </a:solidFill>
              </a:defRPr>
            </a:lvl1pPr>
            <a:lvl2pPr lvl="1" algn="ctr">
              <a:spcBef>
                <a:spcPts val="2680"/>
              </a:spcBef>
              <a:spcAft>
                <a:spcPts val="0"/>
              </a:spcAft>
              <a:buClr>
                <a:srgbClr val="BF8B8E"/>
              </a:buClr>
              <a:buSzPts val="13400"/>
              <a:buNone/>
              <a:defRPr>
                <a:solidFill>
                  <a:srgbClr val="BF8B8E"/>
                </a:solidFill>
              </a:defRPr>
            </a:lvl2pPr>
            <a:lvl3pPr lvl="2" algn="ctr">
              <a:spcBef>
                <a:spcPts val="2300"/>
              </a:spcBef>
              <a:spcAft>
                <a:spcPts val="0"/>
              </a:spcAft>
              <a:buClr>
                <a:srgbClr val="BF8B8E"/>
              </a:buClr>
              <a:buSzPts val="11500"/>
              <a:buNone/>
              <a:defRPr>
                <a:solidFill>
                  <a:srgbClr val="BF8B8E"/>
                </a:solidFill>
              </a:defRPr>
            </a:lvl3pPr>
            <a:lvl4pPr lvl="3" algn="ctr">
              <a:spcBef>
                <a:spcPts val="1920"/>
              </a:spcBef>
              <a:spcAft>
                <a:spcPts val="0"/>
              </a:spcAft>
              <a:buClr>
                <a:srgbClr val="BF8B8E"/>
              </a:buClr>
              <a:buSzPts val="9600"/>
              <a:buNone/>
              <a:defRPr>
                <a:solidFill>
                  <a:srgbClr val="BF8B8E"/>
                </a:solidFill>
              </a:defRPr>
            </a:lvl4pPr>
            <a:lvl5pPr lvl="4" algn="ctr">
              <a:spcBef>
                <a:spcPts val="1920"/>
              </a:spcBef>
              <a:spcAft>
                <a:spcPts val="0"/>
              </a:spcAft>
              <a:buClr>
                <a:srgbClr val="BF8B8E"/>
              </a:buClr>
              <a:buSzPts val="9600"/>
              <a:buNone/>
              <a:defRPr>
                <a:solidFill>
                  <a:srgbClr val="BF8B8E"/>
                </a:solidFill>
              </a:defRPr>
            </a:lvl5pPr>
            <a:lvl6pPr lvl="5" algn="ctr">
              <a:spcBef>
                <a:spcPts val="1920"/>
              </a:spcBef>
              <a:spcAft>
                <a:spcPts val="0"/>
              </a:spcAft>
              <a:buClr>
                <a:srgbClr val="BF8B8E"/>
              </a:buClr>
              <a:buSzPts val="9600"/>
              <a:buNone/>
              <a:defRPr>
                <a:solidFill>
                  <a:srgbClr val="BF8B8E"/>
                </a:solidFill>
              </a:defRPr>
            </a:lvl6pPr>
            <a:lvl7pPr lvl="6" algn="ctr">
              <a:spcBef>
                <a:spcPts val="1920"/>
              </a:spcBef>
              <a:spcAft>
                <a:spcPts val="0"/>
              </a:spcAft>
              <a:buClr>
                <a:srgbClr val="BF8B8E"/>
              </a:buClr>
              <a:buSzPts val="9600"/>
              <a:buNone/>
              <a:defRPr>
                <a:solidFill>
                  <a:srgbClr val="BF8B8E"/>
                </a:solidFill>
              </a:defRPr>
            </a:lvl7pPr>
            <a:lvl8pPr lvl="7" algn="ctr">
              <a:spcBef>
                <a:spcPts val="1920"/>
              </a:spcBef>
              <a:spcAft>
                <a:spcPts val="0"/>
              </a:spcAft>
              <a:buClr>
                <a:srgbClr val="BF8B8E"/>
              </a:buClr>
              <a:buSzPts val="9600"/>
              <a:buNone/>
              <a:defRPr>
                <a:solidFill>
                  <a:srgbClr val="BF8B8E"/>
                </a:solidFill>
              </a:defRPr>
            </a:lvl8pPr>
            <a:lvl9pPr lvl="8" algn="ctr">
              <a:spcBef>
                <a:spcPts val="1920"/>
              </a:spcBef>
              <a:spcAft>
                <a:spcPts val="0"/>
              </a:spcAft>
              <a:buClr>
                <a:srgbClr val="BF8B8E"/>
              </a:buClr>
              <a:buSzPts val="9600"/>
              <a:buNone/>
              <a:defRPr>
                <a:solidFill>
                  <a:srgbClr val="BF8B8E"/>
                </a:solidFill>
              </a:defRPr>
            </a:lvl9pPr>
          </a:lstStyle>
          <a:p>
            <a:endParaRPr/>
          </a:p>
        </p:txBody>
      </p:sp>
      <p:sp>
        <p:nvSpPr>
          <p:cNvPr id="18" name="Google Shape;18;p3"/>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3467102" y="21153122"/>
            <a:ext cx="37307520" cy="6537960"/>
          </a:xfrm>
          <a:prstGeom prst="rect">
            <a:avLst/>
          </a:prstGeom>
          <a:noFill/>
          <a:ln>
            <a:noFill/>
          </a:ln>
        </p:spPr>
        <p:txBody>
          <a:bodyPr spcFirstLastPara="1" wrap="square" lIns="438900" tIns="219450" rIns="438900" bIns="219450" anchor="t" anchorCtr="0">
            <a:normAutofit/>
          </a:bodyPr>
          <a:lstStyle>
            <a:lvl1pPr lvl="0" algn="l">
              <a:spcBef>
                <a:spcPts val="0"/>
              </a:spcBef>
              <a:spcAft>
                <a:spcPts val="0"/>
              </a:spcAft>
              <a:buClr>
                <a:schemeClr val="dk1"/>
              </a:buClr>
              <a:buSzPts val="19200"/>
              <a:buFont typeface="Corbel"/>
              <a:buNone/>
              <a:defRPr sz="192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3467102" y="13952225"/>
            <a:ext cx="37307520" cy="7200898"/>
          </a:xfrm>
          <a:prstGeom prst="rect">
            <a:avLst/>
          </a:prstGeom>
          <a:noFill/>
          <a:ln>
            <a:noFill/>
          </a:ln>
        </p:spPr>
        <p:txBody>
          <a:bodyPr spcFirstLastPara="1" wrap="square" lIns="438900" tIns="219450" rIns="438900" bIns="219450" anchor="b" anchorCtr="0">
            <a:normAutofit/>
          </a:bodyPr>
          <a:lstStyle>
            <a:lvl1pPr marL="457200" lvl="0" indent="-228600" algn="l">
              <a:spcBef>
                <a:spcPts val="1920"/>
              </a:spcBef>
              <a:spcAft>
                <a:spcPts val="0"/>
              </a:spcAft>
              <a:buClr>
                <a:srgbClr val="BF8B8E"/>
              </a:buClr>
              <a:buSzPts val="9600"/>
              <a:buNone/>
              <a:defRPr sz="9600">
                <a:solidFill>
                  <a:srgbClr val="BF8B8E"/>
                </a:solidFill>
              </a:defRPr>
            </a:lvl1pPr>
            <a:lvl2pPr marL="914400" lvl="1" indent="-228600" algn="l">
              <a:spcBef>
                <a:spcPts val="1720"/>
              </a:spcBef>
              <a:spcAft>
                <a:spcPts val="0"/>
              </a:spcAft>
              <a:buClr>
                <a:srgbClr val="BF8B8E"/>
              </a:buClr>
              <a:buSzPts val="8600"/>
              <a:buNone/>
              <a:defRPr sz="8600">
                <a:solidFill>
                  <a:srgbClr val="BF8B8E"/>
                </a:solidFill>
              </a:defRPr>
            </a:lvl2pPr>
            <a:lvl3pPr marL="1371600" lvl="2" indent="-228600" algn="l">
              <a:spcBef>
                <a:spcPts val="1540"/>
              </a:spcBef>
              <a:spcAft>
                <a:spcPts val="0"/>
              </a:spcAft>
              <a:buClr>
                <a:srgbClr val="BF8B8E"/>
              </a:buClr>
              <a:buSzPts val="7700"/>
              <a:buNone/>
              <a:defRPr sz="7700">
                <a:solidFill>
                  <a:srgbClr val="BF8B8E"/>
                </a:solidFill>
              </a:defRPr>
            </a:lvl3pPr>
            <a:lvl4pPr marL="1828800" lvl="3" indent="-228600" algn="l">
              <a:spcBef>
                <a:spcPts val="1340"/>
              </a:spcBef>
              <a:spcAft>
                <a:spcPts val="0"/>
              </a:spcAft>
              <a:buClr>
                <a:srgbClr val="BF8B8E"/>
              </a:buClr>
              <a:buSzPts val="6700"/>
              <a:buNone/>
              <a:defRPr sz="6700">
                <a:solidFill>
                  <a:srgbClr val="BF8B8E"/>
                </a:solidFill>
              </a:defRPr>
            </a:lvl4pPr>
            <a:lvl5pPr marL="2286000" lvl="4" indent="-228600" algn="l">
              <a:spcBef>
                <a:spcPts val="1340"/>
              </a:spcBef>
              <a:spcAft>
                <a:spcPts val="0"/>
              </a:spcAft>
              <a:buClr>
                <a:srgbClr val="BF8B8E"/>
              </a:buClr>
              <a:buSzPts val="6700"/>
              <a:buNone/>
              <a:defRPr sz="6700">
                <a:solidFill>
                  <a:srgbClr val="BF8B8E"/>
                </a:solidFill>
              </a:defRPr>
            </a:lvl5pPr>
            <a:lvl6pPr marL="2743200" lvl="5" indent="-228600" algn="l">
              <a:spcBef>
                <a:spcPts val="1340"/>
              </a:spcBef>
              <a:spcAft>
                <a:spcPts val="0"/>
              </a:spcAft>
              <a:buClr>
                <a:srgbClr val="BF8B8E"/>
              </a:buClr>
              <a:buSzPts val="6700"/>
              <a:buNone/>
              <a:defRPr sz="6700">
                <a:solidFill>
                  <a:srgbClr val="BF8B8E"/>
                </a:solidFill>
              </a:defRPr>
            </a:lvl6pPr>
            <a:lvl7pPr marL="3200400" lvl="6" indent="-228600" algn="l">
              <a:spcBef>
                <a:spcPts val="1340"/>
              </a:spcBef>
              <a:spcAft>
                <a:spcPts val="0"/>
              </a:spcAft>
              <a:buClr>
                <a:srgbClr val="BF8B8E"/>
              </a:buClr>
              <a:buSzPts val="6700"/>
              <a:buNone/>
              <a:defRPr sz="6700">
                <a:solidFill>
                  <a:srgbClr val="BF8B8E"/>
                </a:solidFill>
              </a:defRPr>
            </a:lvl7pPr>
            <a:lvl8pPr marL="3657600" lvl="7" indent="-228600" algn="l">
              <a:spcBef>
                <a:spcPts val="1340"/>
              </a:spcBef>
              <a:spcAft>
                <a:spcPts val="0"/>
              </a:spcAft>
              <a:buClr>
                <a:srgbClr val="BF8B8E"/>
              </a:buClr>
              <a:buSzPts val="6700"/>
              <a:buNone/>
              <a:defRPr sz="6700">
                <a:solidFill>
                  <a:srgbClr val="BF8B8E"/>
                </a:solidFill>
              </a:defRPr>
            </a:lvl8pPr>
            <a:lvl9pPr marL="4114800" lvl="8" indent="-228600" algn="l">
              <a:spcBef>
                <a:spcPts val="1340"/>
              </a:spcBef>
              <a:spcAft>
                <a:spcPts val="0"/>
              </a:spcAft>
              <a:buClr>
                <a:srgbClr val="BF8B8E"/>
              </a:buClr>
              <a:buSzPts val="6700"/>
              <a:buNone/>
              <a:defRPr sz="6700">
                <a:solidFill>
                  <a:srgbClr val="BF8B8E"/>
                </a:solidFill>
              </a:defRPr>
            </a:lvl9pPr>
          </a:lstStyle>
          <a:p>
            <a:endParaRPr/>
          </a:p>
        </p:txBody>
      </p:sp>
      <p:sp>
        <p:nvSpPr>
          <p:cNvPr id="30" name="Google Shape;30;p5"/>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2194560" y="7680963"/>
            <a:ext cx="19385280" cy="21724622"/>
          </a:xfrm>
          <a:prstGeom prst="rect">
            <a:avLst/>
          </a:prstGeom>
          <a:noFill/>
          <a:ln>
            <a:noFill/>
          </a:ln>
        </p:spPr>
        <p:txBody>
          <a:bodyPr spcFirstLastPara="1" wrap="square" lIns="438900" tIns="219450" rIns="438900" bIns="219450" anchor="t" anchorCtr="0">
            <a:normAutofit/>
          </a:bodyPr>
          <a:lstStyle>
            <a:lvl1pPr marL="457200" lvl="0" indent="-1079500" algn="l">
              <a:spcBef>
                <a:spcPts val="2680"/>
              </a:spcBef>
              <a:spcAft>
                <a:spcPts val="0"/>
              </a:spcAft>
              <a:buClr>
                <a:schemeClr val="dk1"/>
              </a:buClr>
              <a:buSzPts val="13400"/>
              <a:buChar char="•"/>
              <a:defRPr sz="13400"/>
            </a:lvl1pPr>
            <a:lvl2pPr marL="914400" lvl="1" indent="-958850" algn="l">
              <a:spcBef>
                <a:spcPts val="2300"/>
              </a:spcBef>
              <a:spcAft>
                <a:spcPts val="0"/>
              </a:spcAft>
              <a:buClr>
                <a:schemeClr val="dk1"/>
              </a:buClr>
              <a:buSzPts val="11500"/>
              <a:buChar char="–"/>
              <a:defRPr sz="11500"/>
            </a:lvl2pPr>
            <a:lvl3pPr marL="1371600" lvl="2" indent="-838200" algn="l">
              <a:spcBef>
                <a:spcPts val="1920"/>
              </a:spcBef>
              <a:spcAft>
                <a:spcPts val="0"/>
              </a:spcAft>
              <a:buClr>
                <a:schemeClr val="dk1"/>
              </a:buClr>
              <a:buSzPts val="9600"/>
              <a:buChar char="•"/>
              <a:defRPr sz="9600"/>
            </a:lvl3pPr>
            <a:lvl4pPr marL="1828800" lvl="3" indent="-774700" algn="l">
              <a:spcBef>
                <a:spcPts val="1720"/>
              </a:spcBef>
              <a:spcAft>
                <a:spcPts val="0"/>
              </a:spcAft>
              <a:buClr>
                <a:schemeClr val="dk1"/>
              </a:buClr>
              <a:buSzPts val="8600"/>
              <a:buChar char="–"/>
              <a:defRPr sz="8600"/>
            </a:lvl4pPr>
            <a:lvl5pPr marL="2286000" lvl="4" indent="-774700" algn="l">
              <a:spcBef>
                <a:spcPts val="1720"/>
              </a:spcBef>
              <a:spcAft>
                <a:spcPts val="0"/>
              </a:spcAft>
              <a:buClr>
                <a:schemeClr val="dk1"/>
              </a:buClr>
              <a:buSzPts val="8600"/>
              <a:buChar char="»"/>
              <a:defRPr sz="8600"/>
            </a:lvl5pPr>
            <a:lvl6pPr marL="2743200" lvl="5" indent="-774700" algn="l">
              <a:spcBef>
                <a:spcPts val="1720"/>
              </a:spcBef>
              <a:spcAft>
                <a:spcPts val="0"/>
              </a:spcAft>
              <a:buClr>
                <a:schemeClr val="dk1"/>
              </a:buClr>
              <a:buSzPts val="8600"/>
              <a:buChar char="•"/>
              <a:defRPr sz="8600"/>
            </a:lvl6pPr>
            <a:lvl7pPr marL="3200400" lvl="6" indent="-774700" algn="l">
              <a:spcBef>
                <a:spcPts val="1720"/>
              </a:spcBef>
              <a:spcAft>
                <a:spcPts val="0"/>
              </a:spcAft>
              <a:buClr>
                <a:schemeClr val="dk1"/>
              </a:buClr>
              <a:buSzPts val="8600"/>
              <a:buChar char="•"/>
              <a:defRPr sz="8600"/>
            </a:lvl7pPr>
            <a:lvl8pPr marL="3657600" lvl="7" indent="-774700" algn="l">
              <a:spcBef>
                <a:spcPts val="1720"/>
              </a:spcBef>
              <a:spcAft>
                <a:spcPts val="0"/>
              </a:spcAft>
              <a:buClr>
                <a:schemeClr val="dk1"/>
              </a:buClr>
              <a:buSzPts val="8600"/>
              <a:buChar char="•"/>
              <a:defRPr sz="8600"/>
            </a:lvl8pPr>
            <a:lvl9pPr marL="4114800" lvl="8" indent="-774700" algn="l">
              <a:spcBef>
                <a:spcPts val="1720"/>
              </a:spcBef>
              <a:spcAft>
                <a:spcPts val="0"/>
              </a:spcAft>
              <a:buClr>
                <a:schemeClr val="dk1"/>
              </a:buClr>
              <a:buSzPts val="8600"/>
              <a:buChar char="•"/>
              <a:defRPr sz="8600"/>
            </a:lvl9pPr>
          </a:lstStyle>
          <a:p>
            <a:endParaRPr/>
          </a:p>
        </p:txBody>
      </p:sp>
      <p:sp>
        <p:nvSpPr>
          <p:cNvPr id="36" name="Google Shape;36;p6"/>
          <p:cNvSpPr txBox="1">
            <a:spLocks noGrp="1"/>
          </p:cNvSpPr>
          <p:nvPr>
            <p:ph type="body" idx="2"/>
          </p:nvPr>
        </p:nvSpPr>
        <p:spPr>
          <a:xfrm>
            <a:off x="22311360" y="7680963"/>
            <a:ext cx="19385280" cy="21724622"/>
          </a:xfrm>
          <a:prstGeom prst="rect">
            <a:avLst/>
          </a:prstGeom>
          <a:noFill/>
          <a:ln>
            <a:noFill/>
          </a:ln>
        </p:spPr>
        <p:txBody>
          <a:bodyPr spcFirstLastPara="1" wrap="square" lIns="438900" tIns="219450" rIns="438900" bIns="219450" anchor="t" anchorCtr="0">
            <a:normAutofit/>
          </a:bodyPr>
          <a:lstStyle>
            <a:lvl1pPr marL="457200" lvl="0" indent="-1079500" algn="l">
              <a:spcBef>
                <a:spcPts val="2680"/>
              </a:spcBef>
              <a:spcAft>
                <a:spcPts val="0"/>
              </a:spcAft>
              <a:buClr>
                <a:schemeClr val="dk1"/>
              </a:buClr>
              <a:buSzPts val="13400"/>
              <a:buChar char="•"/>
              <a:defRPr sz="13400"/>
            </a:lvl1pPr>
            <a:lvl2pPr marL="914400" lvl="1" indent="-958850" algn="l">
              <a:spcBef>
                <a:spcPts val="2300"/>
              </a:spcBef>
              <a:spcAft>
                <a:spcPts val="0"/>
              </a:spcAft>
              <a:buClr>
                <a:schemeClr val="dk1"/>
              </a:buClr>
              <a:buSzPts val="11500"/>
              <a:buChar char="–"/>
              <a:defRPr sz="11500"/>
            </a:lvl2pPr>
            <a:lvl3pPr marL="1371600" lvl="2" indent="-838200" algn="l">
              <a:spcBef>
                <a:spcPts val="1920"/>
              </a:spcBef>
              <a:spcAft>
                <a:spcPts val="0"/>
              </a:spcAft>
              <a:buClr>
                <a:schemeClr val="dk1"/>
              </a:buClr>
              <a:buSzPts val="9600"/>
              <a:buChar char="•"/>
              <a:defRPr sz="9600"/>
            </a:lvl3pPr>
            <a:lvl4pPr marL="1828800" lvl="3" indent="-774700" algn="l">
              <a:spcBef>
                <a:spcPts val="1720"/>
              </a:spcBef>
              <a:spcAft>
                <a:spcPts val="0"/>
              </a:spcAft>
              <a:buClr>
                <a:schemeClr val="dk1"/>
              </a:buClr>
              <a:buSzPts val="8600"/>
              <a:buChar char="–"/>
              <a:defRPr sz="8600"/>
            </a:lvl4pPr>
            <a:lvl5pPr marL="2286000" lvl="4" indent="-774700" algn="l">
              <a:spcBef>
                <a:spcPts val="1720"/>
              </a:spcBef>
              <a:spcAft>
                <a:spcPts val="0"/>
              </a:spcAft>
              <a:buClr>
                <a:schemeClr val="dk1"/>
              </a:buClr>
              <a:buSzPts val="8600"/>
              <a:buChar char="»"/>
              <a:defRPr sz="8600"/>
            </a:lvl5pPr>
            <a:lvl6pPr marL="2743200" lvl="5" indent="-774700" algn="l">
              <a:spcBef>
                <a:spcPts val="1720"/>
              </a:spcBef>
              <a:spcAft>
                <a:spcPts val="0"/>
              </a:spcAft>
              <a:buClr>
                <a:schemeClr val="dk1"/>
              </a:buClr>
              <a:buSzPts val="8600"/>
              <a:buChar char="•"/>
              <a:defRPr sz="8600"/>
            </a:lvl6pPr>
            <a:lvl7pPr marL="3200400" lvl="6" indent="-774700" algn="l">
              <a:spcBef>
                <a:spcPts val="1720"/>
              </a:spcBef>
              <a:spcAft>
                <a:spcPts val="0"/>
              </a:spcAft>
              <a:buClr>
                <a:schemeClr val="dk1"/>
              </a:buClr>
              <a:buSzPts val="8600"/>
              <a:buChar char="•"/>
              <a:defRPr sz="8600"/>
            </a:lvl7pPr>
            <a:lvl8pPr marL="3657600" lvl="7" indent="-774700" algn="l">
              <a:spcBef>
                <a:spcPts val="1720"/>
              </a:spcBef>
              <a:spcAft>
                <a:spcPts val="0"/>
              </a:spcAft>
              <a:buClr>
                <a:schemeClr val="dk1"/>
              </a:buClr>
              <a:buSzPts val="8600"/>
              <a:buChar char="•"/>
              <a:defRPr sz="8600"/>
            </a:lvl8pPr>
            <a:lvl9pPr marL="4114800" lvl="8" indent="-774700" algn="l">
              <a:spcBef>
                <a:spcPts val="1720"/>
              </a:spcBef>
              <a:spcAft>
                <a:spcPts val="0"/>
              </a:spcAft>
              <a:buClr>
                <a:schemeClr val="dk1"/>
              </a:buClr>
              <a:buSzPts val="8600"/>
              <a:buChar char="•"/>
              <a:defRPr sz="8600"/>
            </a:lvl9pPr>
          </a:lstStyle>
          <a:p>
            <a:endParaRPr/>
          </a:p>
        </p:txBody>
      </p:sp>
      <p:sp>
        <p:nvSpPr>
          <p:cNvPr id="37" name="Google Shape;37;p6"/>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21100"/>
              <a:buFont typeface="Corbe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2194560" y="7368542"/>
            <a:ext cx="19392902" cy="3070858"/>
          </a:xfrm>
          <a:prstGeom prst="rect">
            <a:avLst/>
          </a:prstGeom>
          <a:noFill/>
          <a:ln>
            <a:noFill/>
          </a:ln>
        </p:spPr>
        <p:txBody>
          <a:bodyPr spcFirstLastPara="1" wrap="square" lIns="438900" tIns="219450" rIns="438900" bIns="219450" anchor="b" anchorCtr="0">
            <a:normAutofit/>
          </a:bodyPr>
          <a:lstStyle>
            <a:lvl1pPr marL="457200" lvl="0" indent="-228600" algn="l">
              <a:spcBef>
                <a:spcPts val="2300"/>
              </a:spcBef>
              <a:spcAft>
                <a:spcPts val="0"/>
              </a:spcAft>
              <a:buClr>
                <a:schemeClr val="dk1"/>
              </a:buClr>
              <a:buSzPts val="11500"/>
              <a:buNone/>
              <a:defRPr sz="11500" b="1"/>
            </a:lvl1pPr>
            <a:lvl2pPr marL="914400" lvl="1" indent="-228600" algn="l">
              <a:spcBef>
                <a:spcPts val="1920"/>
              </a:spcBef>
              <a:spcAft>
                <a:spcPts val="0"/>
              </a:spcAft>
              <a:buClr>
                <a:schemeClr val="dk1"/>
              </a:buClr>
              <a:buSzPts val="9600"/>
              <a:buNone/>
              <a:defRPr sz="9600" b="1"/>
            </a:lvl2pPr>
            <a:lvl3pPr marL="1371600" lvl="2" indent="-228600" algn="l">
              <a:spcBef>
                <a:spcPts val="1720"/>
              </a:spcBef>
              <a:spcAft>
                <a:spcPts val="0"/>
              </a:spcAft>
              <a:buClr>
                <a:schemeClr val="dk1"/>
              </a:buClr>
              <a:buSzPts val="8600"/>
              <a:buNone/>
              <a:defRPr sz="8600" b="1"/>
            </a:lvl3pPr>
            <a:lvl4pPr marL="1828800" lvl="3" indent="-228600" algn="l">
              <a:spcBef>
                <a:spcPts val="1540"/>
              </a:spcBef>
              <a:spcAft>
                <a:spcPts val="0"/>
              </a:spcAft>
              <a:buClr>
                <a:schemeClr val="dk1"/>
              </a:buClr>
              <a:buSzPts val="7700"/>
              <a:buNone/>
              <a:defRPr sz="7700" b="1"/>
            </a:lvl4pPr>
            <a:lvl5pPr marL="2286000" lvl="4" indent="-228600" algn="l">
              <a:spcBef>
                <a:spcPts val="1540"/>
              </a:spcBef>
              <a:spcAft>
                <a:spcPts val="0"/>
              </a:spcAft>
              <a:buClr>
                <a:schemeClr val="dk1"/>
              </a:buClr>
              <a:buSzPts val="7700"/>
              <a:buNone/>
              <a:defRPr sz="7700" b="1"/>
            </a:lvl5pPr>
            <a:lvl6pPr marL="2743200" lvl="5" indent="-228600" algn="l">
              <a:spcBef>
                <a:spcPts val="1540"/>
              </a:spcBef>
              <a:spcAft>
                <a:spcPts val="0"/>
              </a:spcAft>
              <a:buClr>
                <a:schemeClr val="dk1"/>
              </a:buClr>
              <a:buSzPts val="7700"/>
              <a:buNone/>
              <a:defRPr sz="7700" b="1"/>
            </a:lvl6pPr>
            <a:lvl7pPr marL="3200400" lvl="6" indent="-228600" algn="l">
              <a:spcBef>
                <a:spcPts val="1540"/>
              </a:spcBef>
              <a:spcAft>
                <a:spcPts val="0"/>
              </a:spcAft>
              <a:buClr>
                <a:schemeClr val="dk1"/>
              </a:buClr>
              <a:buSzPts val="7700"/>
              <a:buNone/>
              <a:defRPr sz="7700" b="1"/>
            </a:lvl7pPr>
            <a:lvl8pPr marL="3657600" lvl="7" indent="-228600" algn="l">
              <a:spcBef>
                <a:spcPts val="1540"/>
              </a:spcBef>
              <a:spcAft>
                <a:spcPts val="0"/>
              </a:spcAft>
              <a:buClr>
                <a:schemeClr val="dk1"/>
              </a:buClr>
              <a:buSzPts val="7700"/>
              <a:buNone/>
              <a:defRPr sz="7700" b="1"/>
            </a:lvl8pPr>
            <a:lvl9pPr marL="4114800" lvl="8" indent="-228600" algn="l">
              <a:spcBef>
                <a:spcPts val="1540"/>
              </a:spcBef>
              <a:spcAft>
                <a:spcPts val="0"/>
              </a:spcAft>
              <a:buClr>
                <a:schemeClr val="dk1"/>
              </a:buClr>
              <a:buSzPts val="7700"/>
              <a:buNone/>
              <a:defRPr sz="7700" b="1"/>
            </a:lvl9pPr>
          </a:lstStyle>
          <a:p>
            <a:endParaRPr/>
          </a:p>
        </p:txBody>
      </p:sp>
      <p:sp>
        <p:nvSpPr>
          <p:cNvPr id="43" name="Google Shape;43;p7"/>
          <p:cNvSpPr txBox="1">
            <a:spLocks noGrp="1"/>
          </p:cNvSpPr>
          <p:nvPr>
            <p:ph type="body" idx="2"/>
          </p:nvPr>
        </p:nvSpPr>
        <p:spPr>
          <a:xfrm>
            <a:off x="2194560" y="10439400"/>
            <a:ext cx="19392902" cy="18966182"/>
          </a:xfrm>
          <a:prstGeom prst="rect">
            <a:avLst/>
          </a:prstGeom>
          <a:noFill/>
          <a:ln>
            <a:noFill/>
          </a:ln>
        </p:spPr>
        <p:txBody>
          <a:bodyPr spcFirstLastPara="1" wrap="square" lIns="438900" tIns="219450" rIns="438900" bIns="219450" anchor="t" anchorCtr="0">
            <a:normAutofit/>
          </a:bodyPr>
          <a:lstStyle>
            <a:lvl1pPr marL="457200" lvl="0" indent="-958850" algn="l">
              <a:spcBef>
                <a:spcPts val="2300"/>
              </a:spcBef>
              <a:spcAft>
                <a:spcPts val="0"/>
              </a:spcAft>
              <a:buClr>
                <a:schemeClr val="dk1"/>
              </a:buClr>
              <a:buSzPts val="11500"/>
              <a:buChar char="•"/>
              <a:defRPr sz="11500"/>
            </a:lvl1pPr>
            <a:lvl2pPr marL="914400" lvl="1" indent="-838200" algn="l">
              <a:spcBef>
                <a:spcPts val="1920"/>
              </a:spcBef>
              <a:spcAft>
                <a:spcPts val="0"/>
              </a:spcAft>
              <a:buClr>
                <a:schemeClr val="dk1"/>
              </a:buClr>
              <a:buSzPts val="9600"/>
              <a:buChar char="–"/>
              <a:defRPr sz="9600"/>
            </a:lvl2pPr>
            <a:lvl3pPr marL="1371600" lvl="2" indent="-774700" algn="l">
              <a:spcBef>
                <a:spcPts val="1720"/>
              </a:spcBef>
              <a:spcAft>
                <a:spcPts val="0"/>
              </a:spcAft>
              <a:buClr>
                <a:schemeClr val="dk1"/>
              </a:buClr>
              <a:buSzPts val="8600"/>
              <a:buChar char="•"/>
              <a:defRPr sz="8600"/>
            </a:lvl3pPr>
            <a:lvl4pPr marL="1828800" lvl="3" indent="-717550" algn="l">
              <a:spcBef>
                <a:spcPts val="1540"/>
              </a:spcBef>
              <a:spcAft>
                <a:spcPts val="0"/>
              </a:spcAft>
              <a:buClr>
                <a:schemeClr val="dk1"/>
              </a:buClr>
              <a:buSzPts val="7700"/>
              <a:buChar char="–"/>
              <a:defRPr sz="7700"/>
            </a:lvl4pPr>
            <a:lvl5pPr marL="2286000" lvl="4" indent="-717550" algn="l">
              <a:spcBef>
                <a:spcPts val="1540"/>
              </a:spcBef>
              <a:spcAft>
                <a:spcPts val="0"/>
              </a:spcAft>
              <a:buClr>
                <a:schemeClr val="dk1"/>
              </a:buClr>
              <a:buSzPts val="7700"/>
              <a:buChar char="»"/>
              <a:defRPr sz="7700"/>
            </a:lvl5pPr>
            <a:lvl6pPr marL="2743200" lvl="5" indent="-717550" algn="l">
              <a:spcBef>
                <a:spcPts val="1540"/>
              </a:spcBef>
              <a:spcAft>
                <a:spcPts val="0"/>
              </a:spcAft>
              <a:buClr>
                <a:schemeClr val="dk1"/>
              </a:buClr>
              <a:buSzPts val="7700"/>
              <a:buChar char="•"/>
              <a:defRPr sz="7700"/>
            </a:lvl6pPr>
            <a:lvl7pPr marL="3200400" lvl="6" indent="-717550" algn="l">
              <a:spcBef>
                <a:spcPts val="1540"/>
              </a:spcBef>
              <a:spcAft>
                <a:spcPts val="0"/>
              </a:spcAft>
              <a:buClr>
                <a:schemeClr val="dk1"/>
              </a:buClr>
              <a:buSzPts val="7700"/>
              <a:buChar char="•"/>
              <a:defRPr sz="7700"/>
            </a:lvl7pPr>
            <a:lvl8pPr marL="3657600" lvl="7" indent="-717550" algn="l">
              <a:spcBef>
                <a:spcPts val="1540"/>
              </a:spcBef>
              <a:spcAft>
                <a:spcPts val="0"/>
              </a:spcAft>
              <a:buClr>
                <a:schemeClr val="dk1"/>
              </a:buClr>
              <a:buSzPts val="7700"/>
              <a:buChar char="•"/>
              <a:defRPr sz="7700"/>
            </a:lvl8pPr>
            <a:lvl9pPr marL="4114800" lvl="8" indent="-717550" algn="l">
              <a:spcBef>
                <a:spcPts val="1540"/>
              </a:spcBef>
              <a:spcAft>
                <a:spcPts val="0"/>
              </a:spcAft>
              <a:buClr>
                <a:schemeClr val="dk1"/>
              </a:buClr>
              <a:buSzPts val="7700"/>
              <a:buChar char="•"/>
              <a:defRPr sz="7700"/>
            </a:lvl9pPr>
          </a:lstStyle>
          <a:p>
            <a:endParaRPr/>
          </a:p>
        </p:txBody>
      </p:sp>
      <p:sp>
        <p:nvSpPr>
          <p:cNvPr id="44" name="Google Shape;44;p7"/>
          <p:cNvSpPr txBox="1">
            <a:spLocks noGrp="1"/>
          </p:cNvSpPr>
          <p:nvPr>
            <p:ph type="body" idx="3"/>
          </p:nvPr>
        </p:nvSpPr>
        <p:spPr>
          <a:xfrm>
            <a:off x="22296122" y="7368542"/>
            <a:ext cx="19400520" cy="3070858"/>
          </a:xfrm>
          <a:prstGeom prst="rect">
            <a:avLst/>
          </a:prstGeom>
          <a:noFill/>
          <a:ln>
            <a:noFill/>
          </a:ln>
        </p:spPr>
        <p:txBody>
          <a:bodyPr spcFirstLastPara="1" wrap="square" lIns="438900" tIns="219450" rIns="438900" bIns="219450" anchor="b" anchorCtr="0">
            <a:normAutofit/>
          </a:bodyPr>
          <a:lstStyle>
            <a:lvl1pPr marL="457200" lvl="0" indent="-228600" algn="l">
              <a:spcBef>
                <a:spcPts val="2300"/>
              </a:spcBef>
              <a:spcAft>
                <a:spcPts val="0"/>
              </a:spcAft>
              <a:buClr>
                <a:schemeClr val="dk1"/>
              </a:buClr>
              <a:buSzPts val="11500"/>
              <a:buNone/>
              <a:defRPr sz="11500" b="1"/>
            </a:lvl1pPr>
            <a:lvl2pPr marL="914400" lvl="1" indent="-228600" algn="l">
              <a:spcBef>
                <a:spcPts val="1920"/>
              </a:spcBef>
              <a:spcAft>
                <a:spcPts val="0"/>
              </a:spcAft>
              <a:buClr>
                <a:schemeClr val="dk1"/>
              </a:buClr>
              <a:buSzPts val="9600"/>
              <a:buNone/>
              <a:defRPr sz="9600" b="1"/>
            </a:lvl2pPr>
            <a:lvl3pPr marL="1371600" lvl="2" indent="-228600" algn="l">
              <a:spcBef>
                <a:spcPts val="1720"/>
              </a:spcBef>
              <a:spcAft>
                <a:spcPts val="0"/>
              </a:spcAft>
              <a:buClr>
                <a:schemeClr val="dk1"/>
              </a:buClr>
              <a:buSzPts val="8600"/>
              <a:buNone/>
              <a:defRPr sz="8600" b="1"/>
            </a:lvl3pPr>
            <a:lvl4pPr marL="1828800" lvl="3" indent="-228600" algn="l">
              <a:spcBef>
                <a:spcPts val="1540"/>
              </a:spcBef>
              <a:spcAft>
                <a:spcPts val="0"/>
              </a:spcAft>
              <a:buClr>
                <a:schemeClr val="dk1"/>
              </a:buClr>
              <a:buSzPts val="7700"/>
              <a:buNone/>
              <a:defRPr sz="7700" b="1"/>
            </a:lvl4pPr>
            <a:lvl5pPr marL="2286000" lvl="4" indent="-228600" algn="l">
              <a:spcBef>
                <a:spcPts val="1540"/>
              </a:spcBef>
              <a:spcAft>
                <a:spcPts val="0"/>
              </a:spcAft>
              <a:buClr>
                <a:schemeClr val="dk1"/>
              </a:buClr>
              <a:buSzPts val="7700"/>
              <a:buNone/>
              <a:defRPr sz="7700" b="1"/>
            </a:lvl5pPr>
            <a:lvl6pPr marL="2743200" lvl="5" indent="-228600" algn="l">
              <a:spcBef>
                <a:spcPts val="1540"/>
              </a:spcBef>
              <a:spcAft>
                <a:spcPts val="0"/>
              </a:spcAft>
              <a:buClr>
                <a:schemeClr val="dk1"/>
              </a:buClr>
              <a:buSzPts val="7700"/>
              <a:buNone/>
              <a:defRPr sz="7700" b="1"/>
            </a:lvl6pPr>
            <a:lvl7pPr marL="3200400" lvl="6" indent="-228600" algn="l">
              <a:spcBef>
                <a:spcPts val="1540"/>
              </a:spcBef>
              <a:spcAft>
                <a:spcPts val="0"/>
              </a:spcAft>
              <a:buClr>
                <a:schemeClr val="dk1"/>
              </a:buClr>
              <a:buSzPts val="7700"/>
              <a:buNone/>
              <a:defRPr sz="7700" b="1"/>
            </a:lvl7pPr>
            <a:lvl8pPr marL="3657600" lvl="7" indent="-228600" algn="l">
              <a:spcBef>
                <a:spcPts val="1540"/>
              </a:spcBef>
              <a:spcAft>
                <a:spcPts val="0"/>
              </a:spcAft>
              <a:buClr>
                <a:schemeClr val="dk1"/>
              </a:buClr>
              <a:buSzPts val="7700"/>
              <a:buNone/>
              <a:defRPr sz="7700" b="1"/>
            </a:lvl8pPr>
            <a:lvl9pPr marL="4114800" lvl="8" indent="-228600" algn="l">
              <a:spcBef>
                <a:spcPts val="1540"/>
              </a:spcBef>
              <a:spcAft>
                <a:spcPts val="0"/>
              </a:spcAft>
              <a:buClr>
                <a:schemeClr val="dk1"/>
              </a:buClr>
              <a:buSzPts val="7700"/>
              <a:buNone/>
              <a:defRPr sz="7700" b="1"/>
            </a:lvl9pPr>
          </a:lstStyle>
          <a:p>
            <a:endParaRPr/>
          </a:p>
        </p:txBody>
      </p:sp>
      <p:sp>
        <p:nvSpPr>
          <p:cNvPr id="45" name="Google Shape;45;p7"/>
          <p:cNvSpPr txBox="1">
            <a:spLocks noGrp="1"/>
          </p:cNvSpPr>
          <p:nvPr>
            <p:ph type="body" idx="4"/>
          </p:nvPr>
        </p:nvSpPr>
        <p:spPr>
          <a:xfrm>
            <a:off x="22296122" y="10439400"/>
            <a:ext cx="19400520" cy="18966182"/>
          </a:xfrm>
          <a:prstGeom prst="rect">
            <a:avLst/>
          </a:prstGeom>
          <a:noFill/>
          <a:ln>
            <a:noFill/>
          </a:ln>
        </p:spPr>
        <p:txBody>
          <a:bodyPr spcFirstLastPara="1" wrap="square" lIns="438900" tIns="219450" rIns="438900" bIns="219450" anchor="t" anchorCtr="0">
            <a:normAutofit/>
          </a:bodyPr>
          <a:lstStyle>
            <a:lvl1pPr marL="457200" lvl="0" indent="-958850" algn="l">
              <a:spcBef>
                <a:spcPts val="2300"/>
              </a:spcBef>
              <a:spcAft>
                <a:spcPts val="0"/>
              </a:spcAft>
              <a:buClr>
                <a:schemeClr val="dk1"/>
              </a:buClr>
              <a:buSzPts val="11500"/>
              <a:buChar char="•"/>
              <a:defRPr sz="11500"/>
            </a:lvl1pPr>
            <a:lvl2pPr marL="914400" lvl="1" indent="-838200" algn="l">
              <a:spcBef>
                <a:spcPts val="1920"/>
              </a:spcBef>
              <a:spcAft>
                <a:spcPts val="0"/>
              </a:spcAft>
              <a:buClr>
                <a:schemeClr val="dk1"/>
              </a:buClr>
              <a:buSzPts val="9600"/>
              <a:buChar char="–"/>
              <a:defRPr sz="9600"/>
            </a:lvl2pPr>
            <a:lvl3pPr marL="1371600" lvl="2" indent="-774700" algn="l">
              <a:spcBef>
                <a:spcPts val="1720"/>
              </a:spcBef>
              <a:spcAft>
                <a:spcPts val="0"/>
              </a:spcAft>
              <a:buClr>
                <a:schemeClr val="dk1"/>
              </a:buClr>
              <a:buSzPts val="8600"/>
              <a:buChar char="•"/>
              <a:defRPr sz="8600"/>
            </a:lvl3pPr>
            <a:lvl4pPr marL="1828800" lvl="3" indent="-717550" algn="l">
              <a:spcBef>
                <a:spcPts val="1540"/>
              </a:spcBef>
              <a:spcAft>
                <a:spcPts val="0"/>
              </a:spcAft>
              <a:buClr>
                <a:schemeClr val="dk1"/>
              </a:buClr>
              <a:buSzPts val="7700"/>
              <a:buChar char="–"/>
              <a:defRPr sz="7700"/>
            </a:lvl4pPr>
            <a:lvl5pPr marL="2286000" lvl="4" indent="-717550" algn="l">
              <a:spcBef>
                <a:spcPts val="1540"/>
              </a:spcBef>
              <a:spcAft>
                <a:spcPts val="0"/>
              </a:spcAft>
              <a:buClr>
                <a:schemeClr val="dk1"/>
              </a:buClr>
              <a:buSzPts val="7700"/>
              <a:buChar char="»"/>
              <a:defRPr sz="7700"/>
            </a:lvl5pPr>
            <a:lvl6pPr marL="2743200" lvl="5" indent="-717550" algn="l">
              <a:spcBef>
                <a:spcPts val="1540"/>
              </a:spcBef>
              <a:spcAft>
                <a:spcPts val="0"/>
              </a:spcAft>
              <a:buClr>
                <a:schemeClr val="dk1"/>
              </a:buClr>
              <a:buSzPts val="7700"/>
              <a:buChar char="•"/>
              <a:defRPr sz="7700"/>
            </a:lvl6pPr>
            <a:lvl7pPr marL="3200400" lvl="6" indent="-717550" algn="l">
              <a:spcBef>
                <a:spcPts val="1540"/>
              </a:spcBef>
              <a:spcAft>
                <a:spcPts val="0"/>
              </a:spcAft>
              <a:buClr>
                <a:schemeClr val="dk1"/>
              </a:buClr>
              <a:buSzPts val="7700"/>
              <a:buChar char="•"/>
              <a:defRPr sz="7700"/>
            </a:lvl7pPr>
            <a:lvl8pPr marL="3657600" lvl="7" indent="-717550" algn="l">
              <a:spcBef>
                <a:spcPts val="1540"/>
              </a:spcBef>
              <a:spcAft>
                <a:spcPts val="0"/>
              </a:spcAft>
              <a:buClr>
                <a:schemeClr val="dk1"/>
              </a:buClr>
              <a:buSzPts val="7700"/>
              <a:buChar char="•"/>
              <a:defRPr sz="7700"/>
            </a:lvl8pPr>
            <a:lvl9pPr marL="4114800" lvl="8" indent="-717550" algn="l">
              <a:spcBef>
                <a:spcPts val="1540"/>
              </a:spcBef>
              <a:spcAft>
                <a:spcPts val="0"/>
              </a:spcAft>
              <a:buClr>
                <a:schemeClr val="dk1"/>
              </a:buClr>
              <a:buSzPts val="7700"/>
              <a:buChar char="•"/>
              <a:defRPr sz="7700"/>
            </a:lvl9pPr>
          </a:lstStyle>
          <a:p>
            <a:endParaRPr/>
          </a:p>
        </p:txBody>
      </p:sp>
      <p:sp>
        <p:nvSpPr>
          <p:cNvPr id="46" name="Google Shape;46;p7"/>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9"/>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9"/>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9"/>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0"/>
          <p:cNvSpPr txBox="1">
            <a:spLocks noGrp="1"/>
          </p:cNvSpPr>
          <p:nvPr>
            <p:ph type="title"/>
          </p:nvPr>
        </p:nvSpPr>
        <p:spPr>
          <a:xfrm>
            <a:off x="2194563" y="1310640"/>
            <a:ext cx="14439902" cy="5577840"/>
          </a:xfrm>
          <a:prstGeom prst="rect">
            <a:avLst/>
          </a:prstGeom>
          <a:noFill/>
          <a:ln>
            <a:noFill/>
          </a:ln>
        </p:spPr>
        <p:txBody>
          <a:bodyPr spcFirstLastPara="1" wrap="square" lIns="438900" tIns="219450" rIns="438900" bIns="219450" anchor="b" anchorCtr="0">
            <a:normAutofit/>
          </a:bodyPr>
          <a:lstStyle>
            <a:lvl1pPr lvl="0" algn="l">
              <a:spcBef>
                <a:spcPts val="0"/>
              </a:spcBef>
              <a:spcAft>
                <a:spcPts val="0"/>
              </a:spcAft>
              <a:buClr>
                <a:schemeClr val="dk1"/>
              </a:buClr>
              <a:buSzPts val="9600"/>
              <a:buFont typeface="Corbel"/>
              <a:buNone/>
              <a:defRPr sz="96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0"/>
          <p:cNvSpPr txBox="1">
            <a:spLocks noGrp="1"/>
          </p:cNvSpPr>
          <p:nvPr>
            <p:ph type="body" idx="1"/>
          </p:nvPr>
        </p:nvSpPr>
        <p:spPr>
          <a:xfrm>
            <a:off x="17160240" y="1310643"/>
            <a:ext cx="24536400" cy="28094942"/>
          </a:xfrm>
          <a:prstGeom prst="rect">
            <a:avLst/>
          </a:prstGeom>
          <a:noFill/>
          <a:ln>
            <a:noFill/>
          </a:ln>
        </p:spPr>
        <p:txBody>
          <a:bodyPr spcFirstLastPara="1" wrap="square" lIns="438900" tIns="219450" rIns="438900" bIns="219450" anchor="t" anchorCtr="0">
            <a:normAutofit/>
          </a:bodyPr>
          <a:lstStyle>
            <a:lvl1pPr marL="457200" lvl="0" indent="-1206500" algn="l">
              <a:spcBef>
                <a:spcPts val="3080"/>
              </a:spcBef>
              <a:spcAft>
                <a:spcPts val="0"/>
              </a:spcAft>
              <a:buClr>
                <a:schemeClr val="dk1"/>
              </a:buClr>
              <a:buSzPts val="15400"/>
              <a:buChar char="•"/>
              <a:defRPr sz="15400"/>
            </a:lvl1pPr>
            <a:lvl2pPr marL="914400" lvl="1" indent="-1079500" algn="l">
              <a:spcBef>
                <a:spcPts val="2680"/>
              </a:spcBef>
              <a:spcAft>
                <a:spcPts val="0"/>
              </a:spcAft>
              <a:buClr>
                <a:schemeClr val="dk1"/>
              </a:buClr>
              <a:buSzPts val="13400"/>
              <a:buChar char="–"/>
              <a:defRPr sz="13400"/>
            </a:lvl2pPr>
            <a:lvl3pPr marL="1371600" lvl="2" indent="-958850" algn="l">
              <a:spcBef>
                <a:spcPts val="2300"/>
              </a:spcBef>
              <a:spcAft>
                <a:spcPts val="0"/>
              </a:spcAft>
              <a:buClr>
                <a:schemeClr val="dk1"/>
              </a:buClr>
              <a:buSzPts val="11500"/>
              <a:buChar char="•"/>
              <a:defRPr sz="11500"/>
            </a:lvl3pPr>
            <a:lvl4pPr marL="1828800" lvl="3" indent="-838200" algn="l">
              <a:spcBef>
                <a:spcPts val="1920"/>
              </a:spcBef>
              <a:spcAft>
                <a:spcPts val="0"/>
              </a:spcAft>
              <a:buClr>
                <a:schemeClr val="dk1"/>
              </a:buClr>
              <a:buSzPts val="9600"/>
              <a:buChar char="–"/>
              <a:defRPr sz="9600"/>
            </a:lvl4pPr>
            <a:lvl5pPr marL="2286000" lvl="4" indent="-838200" algn="l">
              <a:spcBef>
                <a:spcPts val="1920"/>
              </a:spcBef>
              <a:spcAft>
                <a:spcPts val="0"/>
              </a:spcAft>
              <a:buClr>
                <a:schemeClr val="dk1"/>
              </a:buClr>
              <a:buSzPts val="9600"/>
              <a:buChar char="»"/>
              <a:defRPr sz="9600"/>
            </a:lvl5pPr>
            <a:lvl6pPr marL="2743200" lvl="5" indent="-838200" algn="l">
              <a:spcBef>
                <a:spcPts val="1920"/>
              </a:spcBef>
              <a:spcAft>
                <a:spcPts val="0"/>
              </a:spcAft>
              <a:buClr>
                <a:schemeClr val="dk1"/>
              </a:buClr>
              <a:buSzPts val="9600"/>
              <a:buChar char="•"/>
              <a:defRPr sz="9600"/>
            </a:lvl6pPr>
            <a:lvl7pPr marL="3200400" lvl="6" indent="-838200" algn="l">
              <a:spcBef>
                <a:spcPts val="1920"/>
              </a:spcBef>
              <a:spcAft>
                <a:spcPts val="0"/>
              </a:spcAft>
              <a:buClr>
                <a:schemeClr val="dk1"/>
              </a:buClr>
              <a:buSzPts val="9600"/>
              <a:buChar char="•"/>
              <a:defRPr sz="9600"/>
            </a:lvl7pPr>
            <a:lvl8pPr marL="3657600" lvl="7" indent="-838200" algn="l">
              <a:spcBef>
                <a:spcPts val="1920"/>
              </a:spcBef>
              <a:spcAft>
                <a:spcPts val="0"/>
              </a:spcAft>
              <a:buClr>
                <a:schemeClr val="dk1"/>
              </a:buClr>
              <a:buSzPts val="9600"/>
              <a:buChar char="•"/>
              <a:defRPr sz="9600"/>
            </a:lvl8pPr>
            <a:lvl9pPr marL="4114800" lvl="8" indent="-838200" algn="l">
              <a:spcBef>
                <a:spcPts val="1920"/>
              </a:spcBef>
              <a:spcAft>
                <a:spcPts val="0"/>
              </a:spcAft>
              <a:buClr>
                <a:schemeClr val="dk1"/>
              </a:buClr>
              <a:buSzPts val="9600"/>
              <a:buChar char="•"/>
              <a:defRPr sz="9600"/>
            </a:lvl9pPr>
          </a:lstStyle>
          <a:p>
            <a:endParaRPr/>
          </a:p>
        </p:txBody>
      </p:sp>
      <p:sp>
        <p:nvSpPr>
          <p:cNvPr id="61" name="Google Shape;61;p10"/>
          <p:cNvSpPr txBox="1">
            <a:spLocks noGrp="1"/>
          </p:cNvSpPr>
          <p:nvPr>
            <p:ph type="body" idx="2"/>
          </p:nvPr>
        </p:nvSpPr>
        <p:spPr>
          <a:xfrm>
            <a:off x="2194563" y="6888483"/>
            <a:ext cx="14439902" cy="22517102"/>
          </a:xfrm>
          <a:prstGeom prst="rect">
            <a:avLst/>
          </a:prstGeom>
          <a:noFill/>
          <a:ln>
            <a:noFill/>
          </a:ln>
        </p:spPr>
        <p:txBody>
          <a:bodyPr spcFirstLastPara="1" wrap="square" lIns="438900" tIns="219450" rIns="438900" bIns="219450" anchor="t" anchorCtr="0">
            <a:normAutofit/>
          </a:bodyPr>
          <a:lstStyle>
            <a:lvl1pPr marL="457200" lvl="0" indent="-228600" algn="l">
              <a:spcBef>
                <a:spcPts val="1340"/>
              </a:spcBef>
              <a:spcAft>
                <a:spcPts val="0"/>
              </a:spcAft>
              <a:buClr>
                <a:schemeClr val="dk1"/>
              </a:buClr>
              <a:buSzPts val="6700"/>
              <a:buNone/>
              <a:defRPr sz="6700"/>
            </a:lvl1pPr>
            <a:lvl2pPr marL="914400" lvl="1" indent="-228600" algn="l">
              <a:spcBef>
                <a:spcPts val="1160"/>
              </a:spcBef>
              <a:spcAft>
                <a:spcPts val="0"/>
              </a:spcAft>
              <a:buClr>
                <a:schemeClr val="dk1"/>
              </a:buClr>
              <a:buSzPts val="5800"/>
              <a:buNone/>
              <a:defRPr sz="5800"/>
            </a:lvl2pPr>
            <a:lvl3pPr marL="1371600" lvl="2" indent="-228600" algn="l">
              <a:spcBef>
                <a:spcPts val="960"/>
              </a:spcBef>
              <a:spcAft>
                <a:spcPts val="0"/>
              </a:spcAft>
              <a:buClr>
                <a:schemeClr val="dk1"/>
              </a:buClr>
              <a:buSzPts val="4800"/>
              <a:buNone/>
              <a:defRPr sz="4800"/>
            </a:lvl3pPr>
            <a:lvl4pPr marL="1828800" lvl="3" indent="-228600" algn="l">
              <a:spcBef>
                <a:spcPts val="860"/>
              </a:spcBef>
              <a:spcAft>
                <a:spcPts val="0"/>
              </a:spcAft>
              <a:buClr>
                <a:schemeClr val="dk1"/>
              </a:buClr>
              <a:buSzPts val="4300"/>
              <a:buNone/>
              <a:defRPr sz="4300"/>
            </a:lvl4pPr>
            <a:lvl5pPr marL="2286000" lvl="4" indent="-228600" algn="l">
              <a:spcBef>
                <a:spcPts val="860"/>
              </a:spcBef>
              <a:spcAft>
                <a:spcPts val="0"/>
              </a:spcAft>
              <a:buClr>
                <a:schemeClr val="dk1"/>
              </a:buClr>
              <a:buSzPts val="4300"/>
              <a:buNone/>
              <a:defRPr sz="4300"/>
            </a:lvl5pPr>
            <a:lvl6pPr marL="2743200" lvl="5" indent="-228600" algn="l">
              <a:spcBef>
                <a:spcPts val="860"/>
              </a:spcBef>
              <a:spcAft>
                <a:spcPts val="0"/>
              </a:spcAft>
              <a:buClr>
                <a:schemeClr val="dk1"/>
              </a:buClr>
              <a:buSzPts val="4300"/>
              <a:buNone/>
              <a:defRPr sz="4300"/>
            </a:lvl6pPr>
            <a:lvl7pPr marL="3200400" lvl="6" indent="-228600" algn="l">
              <a:spcBef>
                <a:spcPts val="860"/>
              </a:spcBef>
              <a:spcAft>
                <a:spcPts val="0"/>
              </a:spcAft>
              <a:buClr>
                <a:schemeClr val="dk1"/>
              </a:buClr>
              <a:buSzPts val="4300"/>
              <a:buNone/>
              <a:defRPr sz="4300"/>
            </a:lvl7pPr>
            <a:lvl8pPr marL="3657600" lvl="7" indent="-228600" algn="l">
              <a:spcBef>
                <a:spcPts val="860"/>
              </a:spcBef>
              <a:spcAft>
                <a:spcPts val="0"/>
              </a:spcAft>
              <a:buClr>
                <a:schemeClr val="dk1"/>
              </a:buClr>
              <a:buSzPts val="4300"/>
              <a:buNone/>
              <a:defRPr sz="4300"/>
            </a:lvl8pPr>
            <a:lvl9pPr marL="4114800" lvl="8" indent="-228600" algn="l">
              <a:spcBef>
                <a:spcPts val="860"/>
              </a:spcBef>
              <a:spcAft>
                <a:spcPts val="0"/>
              </a:spcAft>
              <a:buClr>
                <a:schemeClr val="dk1"/>
              </a:buClr>
              <a:buSzPts val="4300"/>
              <a:buNone/>
              <a:defRPr sz="4300"/>
            </a:lvl9pPr>
          </a:lstStyle>
          <a:p>
            <a:endParaRPr/>
          </a:p>
        </p:txBody>
      </p:sp>
      <p:sp>
        <p:nvSpPr>
          <p:cNvPr id="62" name="Google Shape;62;p10"/>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0"/>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0"/>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1"/>
          <p:cNvSpPr txBox="1">
            <a:spLocks noGrp="1"/>
          </p:cNvSpPr>
          <p:nvPr>
            <p:ph type="title"/>
          </p:nvPr>
        </p:nvSpPr>
        <p:spPr>
          <a:xfrm>
            <a:off x="8602982" y="23042880"/>
            <a:ext cx="26334720" cy="2720342"/>
          </a:xfrm>
          <a:prstGeom prst="rect">
            <a:avLst/>
          </a:prstGeom>
          <a:noFill/>
          <a:ln>
            <a:noFill/>
          </a:ln>
        </p:spPr>
        <p:txBody>
          <a:bodyPr spcFirstLastPara="1" wrap="square" lIns="438900" tIns="219450" rIns="438900" bIns="219450" anchor="b" anchorCtr="0">
            <a:normAutofit/>
          </a:bodyPr>
          <a:lstStyle>
            <a:lvl1pPr lvl="0" algn="l">
              <a:spcBef>
                <a:spcPts val="0"/>
              </a:spcBef>
              <a:spcAft>
                <a:spcPts val="0"/>
              </a:spcAft>
              <a:buClr>
                <a:schemeClr val="dk1"/>
              </a:buClr>
              <a:buSzPts val="9600"/>
              <a:buFont typeface="Corbel"/>
              <a:buNone/>
              <a:defRPr sz="96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1"/>
          <p:cNvSpPr>
            <a:spLocks noGrp="1"/>
          </p:cNvSpPr>
          <p:nvPr>
            <p:ph type="pic" idx="2"/>
          </p:nvPr>
        </p:nvSpPr>
        <p:spPr>
          <a:xfrm>
            <a:off x="8602982" y="2941320"/>
            <a:ext cx="26334720" cy="19751040"/>
          </a:xfrm>
          <a:prstGeom prst="rect">
            <a:avLst/>
          </a:prstGeom>
          <a:noFill/>
          <a:ln>
            <a:noFill/>
          </a:ln>
        </p:spPr>
      </p:sp>
      <p:sp>
        <p:nvSpPr>
          <p:cNvPr id="68" name="Google Shape;68;p11"/>
          <p:cNvSpPr txBox="1">
            <a:spLocks noGrp="1"/>
          </p:cNvSpPr>
          <p:nvPr>
            <p:ph type="body" idx="1"/>
          </p:nvPr>
        </p:nvSpPr>
        <p:spPr>
          <a:xfrm>
            <a:off x="8602982" y="25763222"/>
            <a:ext cx="26334720" cy="3863338"/>
          </a:xfrm>
          <a:prstGeom prst="rect">
            <a:avLst/>
          </a:prstGeom>
          <a:noFill/>
          <a:ln>
            <a:noFill/>
          </a:ln>
        </p:spPr>
        <p:txBody>
          <a:bodyPr spcFirstLastPara="1" wrap="square" lIns="438900" tIns="219450" rIns="438900" bIns="219450" anchor="t" anchorCtr="0">
            <a:normAutofit/>
          </a:bodyPr>
          <a:lstStyle>
            <a:lvl1pPr marL="457200" lvl="0" indent="-228600" algn="l">
              <a:spcBef>
                <a:spcPts val="1340"/>
              </a:spcBef>
              <a:spcAft>
                <a:spcPts val="0"/>
              </a:spcAft>
              <a:buClr>
                <a:schemeClr val="dk1"/>
              </a:buClr>
              <a:buSzPts val="6700"/>
              <a:buNone/>
              <a:defRPr sz="6700"/>
            </a:lvl1pPr>
            <a:lvl2pPr marL="914400" lvl="1" indent="-228600" algn="l">
              <a:spcBef>
                <a:spcPts val="1160"/>
              </a:spcBef>
              <a:spcAft>
                <a:spcPts val="0"/>
              </a:spcAft>
              <a:buClr>
                <a:schemeClr val="dk1"/>
              </a:buClr>
              <a:buSzPts val="5800"/>
              <a:buNone/>
              <a:defRPr sz="5800"/>
            </a:lvl2pPr>
            <a:lvl3pPr marL="1371600" lvl="2" indent="-228600" algn="l">
              <a:spcBef>
                <a:spcPts val="960"/>
              </a:spcBef>
              <a:spcAft>
                <a:spcPts val="0"/>
              </a:spcAft>
              <a:buClr>
                <a:schemeClr val="dk1"/>
              </a:buClr>
              <a:buSzPts val="4800"/>
              <a:buNone/>
              <a:defRPr sz="4800"/>
            </a:lvl3pPr>
            <a:lvl4pPr marL="1828800" lvl="3" indent="-228600" algn="l">
              <a:spcBef>
                <a:spcPts val="860"/>
              </a:spcBef>
              <a:spcAft>
                <a:spcPts val="0"/>
              </a:spcAft>
              <a:buClr>
                <a:schemeClr val="dk1"/>
              </a:buClr>
              <a:buSzPts val="4300"/>
              <a:buNone/>
              <a:defRPr sz="4300"/>
            </a:lvl4pPr>
            <a:lvl5pPr marL="2286000" lvl="4" indent="-228600" algn="l">
              <a:spcBef>
                <a:spcPts val="860"/>
              </a:spcBef>
              <a:spcAft>
                <a:spcPts val="0"/>
              </a:spcAft>
              <a:buClr>
                <a:schemeClr val="dk1"/>
              </a:buClr>
              <a:buSzPts val="4300"/>
              <a:buNone/>
              <a:defRPr sz="4300"/>
            </a:lvl5pPr>
            <a:lvl6pPr marL="2743200" lvl="5" indent="-228600" algn="l">
              <a:spcBef>
                <a:spcPts val="860"/>
              </a:spcBef>
              <a:spcAft>
                <a:spcPts val="0"/>
              </a:spcAft>
              <a:buClr>
                <a:schemeClr val="dk1"/>
              </a:buClr>
              <a:buSzPts val="4300"/>
              <a:buNone/>
              <a:defRPr sz="4300"/>
            </a:lvl6pPr>
            <a:lvl7pPr marL="3200400" lvl="6" indent="-228600" algn="l">
              <a:spcBef>
                <a:spcPts val="860"/>
              </a:spcBef>
              <a:spcAft>
                <a:spcPts val="0"/>
              </a:spcAft>
              <a:buClr>
                <a:schemeClr val="dk1"/>
              </a:buClr>
              <a:buSzPts val="4300"/>
              <a:buNone/>
              <a:defRPr sz="4300"/>
            </a:lvl7pPr>
            <a:lvl8pPr marL="3657600" lvl="7" indent="-228600" algn="l">
              <a:spcBef>
                <a:spcPts val="860"/>
              </a:spcBef>
              <a:spcAft>
                <a:spcPts val="0"/>
              </a:spcAft>
              <a:buClr>
                <a:schemeClr val="dk1"/>
              </a:buClr>
              <a:buSzPts val="4300"/>
              <a:buNone/>
              <a:defRPr sz="4300"/>
            </a:lvl8pPr>
            <a:lvl9pPr marL="4114800" lvl="8" indent="-228600" algn="l">
              <a:spcBef>
                <a:spcPts val="860"/>
              </a:spcBef>
              <a:spcAft>
                <a:spcPts val="0"/>
              </a:spcAft>
              <a:buClr>
                <a:schemeClr val="dk1"/>
              </a:buClr>
              <a:buSzPts val="4300"/>
              <a:buNone/>
              <a:defRPr sz="4300"/>
            </a:lvl9pPr>
          </a:lstStyle>
          <a:p>
            <a:endParaRPr/>
          </a:p>
        </p:txBody>
      </p:sp>
      <p:sp>
        <p:nvSpPr>
          <p:cNvPr id="69" name="Google Shape;69;p11"/>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1"/>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1"/>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2"/>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2"/>
          <p:cNvSpPr txBox="1">
            <a:spLocks noGrp="1"/>
          </p:cNvSpPr>
          <p:nvPr>
            <p:ph type="body" idx="1"/>
          </p:nvPr>
        </p:nvSpPr>
        <p:spPr>
          <a:xfrm rot="5400000">
            <a:off x="11083289" y="-1207766"/>
            <a:ext cx="21724622" cy="39502080"/>
          </a:xfrm>
          <a:prstGeom prst="rect">
            <a:avLst/>
          </a:prstGeom>
          <a:noFill/>
          <a:ln>
            <a:noFill/>
          </a:ln>
        </p:spPr>
        <p:txBody>
          <a:bodyPr spcFirstLastPara="1" wrap="square" lIns="438900" tIns="219450" rIns="438900" bIns="2194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5" name="Google Shape;75;p12"/>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2"/>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2"/>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3"/>
          <p:cNvSpPr txBox="1">
            <a:spLocks noGrp="1"/>
          </p:cNvSpPr>
          <p:nvPr>
            <p:ph type="title"/>
          </p:nvPr>
        </p:nvSpPr>
        <p:spPr>
          <a:xfrm rot="5400000">
            <a:off x="22715220" y="10424165"/>
            <a:ext cx="28087320" cy="987552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3"/>
          <p:cNvSpPr txBox="1">
            <a:spLocks noGrp="1"/>
          </p:cNvSpPr>
          <p:nvPr>
            <p:ph type="body" idx="1"/>
          </p:nvPr>
        </p:nvSpPr>
        <p:spPr>
          <a:xfrm rot="5400000">
            <a:off x="2598420" y="914405"/>
            <a:ext cx="28087320" cy="28895040"/>
          </a:xfrm>
          <a:prstGeom prst="rect">
            <a:avLst/>
          </a:prstGeom>
          <a:noFill/>
          <a:ln>
            <a:noFill/>
          </a:ln>
        </p:spPr>
        <p:txBody>
          <a:bodyPr spcFirstLastPara="1" wrap="square" lIns="438900" tIns="219450" rIns="438900" bIns="2194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1" name="Google Shape;81;p13"/>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3"/>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3"/>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marR="0" lvl="0" algn="ctr" rtl="0">
              <a:spcBef>
                <a:spcPts val="0"/>
              </a:spcBef>
              <a:spcAft>
                <a:spcPts val="0"/>
              </a:spcAft>
              <a:buClr>
                <a:schemeClr val="dk1"/>
              </a:buClr>
              <a:buSzPts val="21100"/>
              <a:buFont typeface="Corbel"/>
              <a:buNone/>
              <a:defRPr sz="21100" b="0" i="0" u="none" strike="noStrike" cap="none">
                <a:solidFill>
                  <a:schemeClr val="dk1"/>
                </a:solidFill>
                <a:latin typeface="Corbel"/>
                <a:ea typeface="Corbel"/>
                <a:cs typeface="Corbel"/>
                <a:sym typeface="Corbe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
          <p:cNvSpPr txBox="1">
            <a:spLocks noGrp="1"/>
          </p:cNvSpPr>
          <p:nvPr>
            <p:ph type="body" idx="1"/>
          </p:nvPr>
        </p:nvSpPr>
        <p:spPr>
          <a:xfrm>
            <a:off x="2194560" y="7680963"/>
            <a:ext cx="39502080" cy="21724622"/>
          </a:xfrm>
          <a:prstGeom prst="rect">
            <a:avLst/>
          </a:prstGeom>
          <a:noFill/>
          <a:ln>
            <a:noFill/>
          </a:ln>
        </p:spPr>
        <p:txBody>
          <a:bodyPr spcFirstLastPara="1" wrap="square" lIns="438900" tIns="219450" rIns="438900" bIns="219450" anchor="t" anchorCtr="0">
            <a:normAutofit/>
          </a:bodyPr>
          <a:lstStyle>
            <a:lvl1pPr marL="457200" marR="0" lvl="0" indent="-1206500" algn="l" rtl="0">
              <a:spcBef>
                <a:spcPts val="3080"/>
              </a:spcBef>
              <a:spcAft>
                <a:spcPts val="0"/>
              </a:spcAft>
              <a:buClr>
                <a:schemeClr val="dk1"/>
              </a:buClr>
              <a:buSzPts val="15400"/>
              <a:buFont typeface="Arial"/>
              <a:buChar char="•"/>
              <a:defRPr sz="15400" b="0" i="0" u="none" strike="noStrike" cap="none">
                <a:solidFill>
                  <a:schemeClr val="dk1"/>
                </a:solidFill>
                <a:latin typeface="Corbel"/>
                <a:ea typeface="Corbel"/>
                <a:cs typeface="Corbel"/>
                <a:sym typeface="Corbel"/>
              </a:defRPr>
            </a:lvl1pPr>
            <a:lvl2pPr marL="914400" marR="0" lvl="1" indent="-1079500" algn="l" rtl="0">
              <a:spcBef>
                <a:spcPts val="2680"/>
              </a:spcBef>
              <a:spcAft>
                <a:spcPts val="0"/>
              </a:spcAft>
              <a:buClr>
                <a:schemeClr val="dk1"/>
              </a:buClr>
              <a:buSzPts val="13400"/>
              <a:buFont typeface="Arial"/>
              <a:buChar char="–"/>
              <a:defRPr sz="13400" b="0" i="0" u="none" strike="noStrike" cap="none">
                <a:solidFill>
                  <a:schemeClr val="dk1"/>
                </a:solidFill>
                <a:latin typeface="Corbel"/>
                <a:ea typeface="Corbel"/>
                <a:cs typeface="Corbel"/>
                <a:sym typeface="Corbel"/>
              </a:defRPr>
            </a:lvl2pPr>
            <a:lvl3pPr marL="1371600" marR="0" lvl="2" indent="-958850" algn="l" rtl="0">
              <a:spcBef>
                <a:spcPts val="2300"/>
              </a:spcBef>
              <a:spcAft>
                <a:spcPts val="0"/>
              </a:spcAft>
              <a:buClr>
                <a:schemeClr val="dk1"/>
              </a:buClr>
              <a:buSzPts val="11500"/>
              <a:buFont typeface="Arial"/>
              <a:buChar char="•"/>
              <a:defRPr sz="11500" b="0" i="0" u="none" strike="noStrike" cap="none">
                <a:solidFill>
                  <a:schemeClr val="dk1"/>
                </a:solidFill>
                <a:latin typeface="Corbel"/>
                <a:ea typeface="Corbel"/>
                <a:cs typeface="Corbel"/>
                <a:sym typeface="Corbel"/>
              </a:defRPr>
            </a:lvl3pPr>
            <a:lvl4pPr marL="1828800" marR="0" lvl="3"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4pPr>
            <a:lvl5pPr marL="2286000" marR="0" lvl="4"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5pPr>
            <a:lvl6pPr marL="2743200" marR="0" lvl="5"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6pPr>
            <a:lvl7pPr marL="3200400" marR="0" lvl="6"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7pPr>
            <a:lvl8pPr marL="3657600" marR="0" lvl="7"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8pPr>
            <a:lvl9pPr marL="4114800" marR="0" lvl="8"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9pPr>
          </a:lstStyle>
          <a:p>
            <a:endParaRPr/>
          </a:p>
        </p:txBody>
      </p:sp>
      <p:sp>
        <p:nvSpPr>
          <p:cNvPr id="12" name="Google Shape;12;p2"/>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marR="0" lvl="0" algn="l" rtl="0">
              <a:spcBef>
                <a:spcPts val="0"/>
              </a:spcBef>
              <a:spcAft>
                <a:spcPts val="0"/>
              </a:spcAft>
              <a:buSzPts val="1400"/>
              <a:buNone/>
              <a:defRPr sz="5800" b="0" i="0" u="none" strike="noStrike" cap="none">
                <a:solidFill>
                  <a:srgbClr val="BF8B8E"/>
                </a:solidFill>
                <a:latin typeface="Corbel"/>
                <a:ea typeface="Corbel"/>
                <a:cs typeface="Corbel"/>
                <a:sym typeface="Corbel"/>
              </a:defRPr>
            </a:lvl1pPr>
            <a:lvl2pPr marR="0" lvl="1" algn="l" rtl="0">
              <a:spcBef>
                <a:spcPts val="0"/>
              </a:spcBef>
              <a:spcAft>
                <a:spcPts val="0"/>
              </a:spcAft>
              <a:buSzPts val="1400"/>
              <a:buNone/>
              <a:defRPr sz="8600" b="0" i="0" u="none" strike="noStrike" cap="none">
                <a:solidFill>
                  <a:schemeClr val="dk1"/>
                </a:solidFill>
                <a:latin typeface="Corbel"/>
                <a:ea typeface="Corbel"/>
                <a:cs typeface="Corbel"/>
                <a:sym typeface="Corbel"/>
              </a:defRPr>
            </a:lvl2pPr>
            <a:lvl3pPr marR="0" lvl="2" algn="l" rtl="0">
              <a:spcBef>
                <a:spcPts val="0"/>
              </a:spcBef>
              <a:spcAft>
                <a:spcPts val="0"/>
              </a:spcAft>
              <a:buSzPts val="1400"/>
              <a:buNone/>
              <a:defRPr sz="8600" b="0" i="0" u="none" strike="noStrike" cap="none">
                <a:solidFill>
                  <a:schemeClr val="dk1"/>
                </a:solidFill>
                <a:latin typeface="Corbel"/>
                <a:ea typeface="Corbel"/>
                <a:cs typeface="Corbel"/>
                <a:sym typeface="Corbel"/>
              </a:defRPr>
            </a:lvl3pPr>
            <a:lvl4pPr marR="0" lvl="3" algn="l" rtl="0">
              <a:spcBef>
                <a:spcPts val="0"/>
              </a:spcBef>
              <a:spcAft>
                <a:spcPts val="0"/>
              </a:spcAft>
              <a:buSzPts val="1400"/>
              <a:buNone/>
              <a:defRPr sz="8600" b="0" i="0" u="none" strike="noStrike" cap="none">
                <a:solidFill>
                  <a:schemeClr val="dk1"/>
                </a:solidFill>
                <a:latin typeface="Corbel"/>
                <a:ea typeface="Corbel"/>
                <a:cs typeface="Corbel"/>
                <a:sym typeface="Corbel"/>
              </a:defRPr>
            </a:lvl4pPr>
            <a:lvl5pPr marR="0" lvl="4" algn="l" rtl="0">
              <a:spcBef>
                <a:spcPts val="0"/>
              </a:spcBef>
              <a:spcAft>
                <a:spcPts val="0"/>
              </a:spcAft>
              <a:buSzPts val="1400"/>
              <a:buNone/>
              <a:defRPr sz="8600" b="0" i="0" u="none" strike="noStrike" cap="none">
                <a:solidFill>
                  <a:schemeClr val="dk1"/>
                </a:solidFill>
                <a:latin typeface="Corbel"/>
                <a:ea typeface="Corbel"/>
                <a:cs typeface="Corbel"/>
                <a:sym typeface="Corbel"/>
              </a:defRPr>
            </a:lvl5pPr>
            <a:lvl6pPr marR="0" lvl="5" algn="l" rtl="0">
              <a:spcBef>
                <a:spcPts val="0"/>
              </a:spcBef>
              <a:spcAft>
                <a:spcPts val="0"/>
              </a:spcAft>
              <a:buSzPts val="1400"/>
              <a:buNone/>
              <a:defRPr sz="8600" b="0" i="0" u="none" strike="noStrike" cap="none">
                <a:solidFill>
                  <a:schemeClr val="dk1"/>
                </a:solidFill>
                <a:latin typeface="Corbel"/>
                <a:ea typeface="Corbel"/>
                <a:cs typeface="Corbel"/>
                <a:sym typeface="Corbel"/>
              </a:defRPr>
            </a:lvl6pPr>
            <a:lvl7pPr marR="0" lvl="6" algn="l" rtl="0">
              <a:spcBef>
                <a:spcPts val="0"/>
              </a:spcBef>
              <a:spcAft>
                <a:spcPts val="0"/>
              </a:spcAft>
              <a:buSzPts val="1400"/>
              <a:buNone/>
              <a:defRPr sz="8600" b="0" i="0" u="none" strike="noStrike" cap="none">
                <a:solidFill>
                  <a:schemeClr val="dk1"/>
                </a:solidFill>
                <a:latin typeface="Corbel"/>
                <a:ea typeface="Corbel"/>
                <a:cs typeface="Corbel"/>
                <a:sym typeface="Corbel"/>
              </a:defRPr>
            </a:lvl7pPr>
            <a:lvl8pPr marR="0" lvl="7" algn="l" rtl="0">
              <a:spcBef>
                <a:spcPts val="0"/>
              </a:spcBef>
              <a:spcAft>
                <a:spcPts val="0"/>
              </a:spcAft>
              <a:buSzPts val="1400"/>
              <a:buNone/>
              <a:defRPr sz="8600" b="0" i="0" u="none" strike="noStrike" cap="none">
                <a:solidFill>
                  <a:schemeClr val="dk1"/>
                </a:solidFill>
                <a:latin typeface="Corbel"/>
                <a:ea typeface="Corbel"/>
                <a:cs typeface="Corbel"/>
                <a:sym typeface="Corbel"/>
              </a:defRPr>
            </a:lvl8pPr>
            <a:lvl9pPr marR="0" lvl="8" algn="l" rtl="0">
              <a:spcBef>
                <a:spcPts val="0"/>
              </a:spcBef>
              <a:spcAft>
                <a:spcPts val="0"/>
              </a:spcAft>
              <a:buSzPts val="1400"/>
              <a:buNone/>
              <a:defRPr sz="8600" b="0" i="0" u="none" strike="noStrike" cap="none">
                <a:solidFill>
                  <a:schemeClr val="dk1"/>
                </a:solidFill>
                <a:latin typeface="Corbel"/>
                <a:ea typeface="Corbel"/>
                <a:cs typeface="Corbel"/>
                <a:sym typeface="Corbel"/>
              </a:defRPr>
            </a:lvl9pPr>
          </a:lstStyle>
          <a:p>
            <a:endParaRPr/>
          </a:p>
        </p:txBody>
      </p:sp>
      <p:sp>
        <p:nvSpPr>
          <p:cNvPr id="13" name="Google Shape;13;p2"/>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marR="0" lvl="0" algn="ctr" rtl="0">
              <a:spcBef>
                <a:spcPts val="0"/>
              </a:spcBef>
              <a:spcAft>
                <a:spcPts val="0"/>
              </a:spcAft>
              <a:buSzPts val="1400"/>
              <a:buNone/>
              <a:defRPr sz="5800" b="0" i="0" u="none" strike="noStrike" cap="none">
                <a:solidFill>
                  <a:srgbClr val="BF8B8E"/>
                </a:solidFill>
                <a:latin typeface="Corbel"/>
                <a:ea typeface="Corbel"/>
                <a:cs typeface="Corbel"/>
                <a:sym typeface="Corbel"/>
              </a:defRPr>
            </a:lvl1pPr>
            <a:lvl2pPr marR="0" lvl="1" algn="l" rtl="0">
              <a:spcBef>
                <a:spcPts val="0"/>
              </a:spcBef>
              <a:spcAft>
                <a:spcPts val="0"/>
              </a:spcAft>
              <a:buSzPts val="1400"/>
              <a:buNone/>
              <a:defRPr sz="8600" b="0" i="0" u="none" strike="noStrike" cap="none">
                <a:solidFill>
                  <a:schemeClr val="dk1"/>
                </a:solidFill>
                <a:latin typeface="Corbel"/>
                <a:ea typeface="Corbel"/>
                <a:cs typeface="Corbel"/>
                <a:sym typeface="Corbel"/>
              </a:defRPr>
            </a:lvl2pPr>
            <a:lvl3pPr marR="0" lvl="2" algn="l" rtl="0">
              <a:spcBef>
                <a:spcPts val="0"/>
              </a:spcBef>
              <a:spcAft>
                <a:spcPts val="0"/>
              </a:spcAft>
              <a:buSzPts val="1400"/>
              <a:buNone/>
              <a:defRPr sz="8600" b="0" i="0" u="none" strike="noStrike" cap="none">
                <a:solidFill>
                  <a:schemeClr val="dk1"/>
                </a:solidFill>
                <a:latin typeface="Corbel"/>
                <a:ea typeface="Corbel"/>
                <a:cs typeface="Corbel"/>
                <a:sym typeface="Corbel"/>
              </a:defRPr>
            </a:lvl3pPr>
            <a:lvl4pPr marR="0" lvl="3" algn="l" rtl="0">
              <a:spcBef>
                <a:spcPts val="0"/>
              </a:spcBef>
              <a:spcAft>
                <a:spcPts val="0"/>
              </a:spcAft>
              <a:buSzPts val="1400"/>
              <a:buNone/>
              <a:defRPr sz="8600" b="0" i="0" u="none" strike="noStrike" cap="none">
                <a:solidFill>
                  <a:schemeClr val="dk1"/>
                </a:solidFill>
                <a:latin typeface="Corbel"/>
                <a:ea typeface="Corbel"/>
                <a:cs typeface="Corbel"/>
                <a:sym typeface="Corbel"/>
              </a:defRPr>
            </a:lvl4pPr>
            <a:lvl5pPr marR="0" lvl="4" algn="l" rtl="0">
              <a:spcBef>
                <a:spcPts val="0"/>
              </a:spcBef>
              <a:spcAft>
                <a:spcPts val="0"/>
              </a:spcAft>
              <a:buSzPts val="1400"/>
              <a:buNone/>
              <a:defRPr sz="8600" b="0" i="0" u="none" strike="noStrike" cap="none">
                <a:solidFill>
                  <a:schemeClr val="dk1"/>
                </a:solidFill>
                <a:latin typeface="Corbel"/>
                <a:ea typeface="Corbel"/>
                <a:cs typeface="Corbel"/>
                <a:sym typeface="Corbel"/>
              </a:defRPr>
            </a:lvl5pPr>
            <a:lvl6pPr marR="0" lvl="5" algn="l" rtl="0">
              <a:spcBef>
                <a:spcPts val="0"/>
              </a:spcBef>
              <a:spcAft>
                <a:spcPts val="0"/>
              </a:spcAft>
              <a:buSzPts val="1400"/>
              <a:buNone/>
              <a:defRPr sz="8600" b="0" i="0" u="none" strike="noStrike" cap="none">
                <a:solidFill>
                  <a:schemeClr val="dk1"/>
                </a:solidFill>
                <a:latin typeface="Corbel"/>
                <a:ea typeface="Corbel"/>
                <a:cs typeface="Corbel"/>
                <a:sym typeface="Corbel"/>
              </a:defRPr>
            </a:lvl6pPr>
            <a:lvl7pPr marR="0" lvl="6" algn="l" rtl="0">
              <a:spcBef>
                <a:spcPts val="0"/>
              </a:spcBef>
              <a:spcAft>
                <a:spcPts val="0"/>
              </a:spcAft>
              <a:buSzPts val="1400"/>
              <a:buNone/>
              <a:defRPr sz="8600" b="0" i="0" u="none" strike="noStrike" cap="none">
                <a:solidFill>
                  <a:schemeClr val="dk1"/>
                </a:solidFill>
                <a:latin typeface="Corbel"/>
                <a:ea typeface="Corbel"/>
                <a:cs typeface="Corbel"/>
                <a:sym typeface="Corbel"/>
              </a:defRPr>
            </a:lvl7pPr>
            <a:lvl8pPr marR="0" lvl="7" algn="l" rtl="0">
              <a:spcBef>
                <a:spcPts val="0"/>
              </a:spcBef>
              <a:spcAft>
                <a:spcPts val="0"/>
              </a:spcAft>
              <a:buSzPts val="1400"/>
              <a:buNone/>
              <a:defRPr sz="8600" b="0" i="0" u="none" strike="noStrike" cap="none">
                <a:solidFill>
                  <a:schemeClr val="dk1"/>
                </a:solidFill>
                <a:latin typeface="Corbel"/>
                <a:ea typeface="Corbel"/>
                <a:cs typeface="Corbel"/>
                <a:sym typeface="Corbel"/>
              </a:defRPr>
            </a:lvl8pPr>
            <a:lvl9pPr marR="0" lvl="8" algn="l" rtl="0">
              <a:spcBef>
                <a:spcPts val="0"/>
              </a:spcBef>
              <a:spcAft>
                <a:spcPts val="0"/>
              </a:spcAft>
              <a:buSzPts val="1400"/>
              <a:buNone/>
              <a:defRPr sz="8600" b="0" i="0" u="none" strike="noStrike" cap="none">
                <a:solidFill>
                  <a:schemeClr val="dk1"/>
                </a:solidFill>
                <a:latin typeface="Corbel"/>
                <a:ea typeface="Corbel"/>
                <a:cs typeface="Corbel"/>
                <a:sym typeface="Corbel"/>
              </a:defRPr>
            </a:lvl9pPr>
          </a:lstStyle>
          <a:p>
            <a:endParaRPr/>
          </a:p>
        </p:txBody>
      </p:sp>
      <p:sp>
        <p:nvSpPr>
          <p:cNvPr id="14" name="Google Shape;14;p2"/>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marR="0" lvl="0" indent="0" algn="r" rtl="0">
              <a:spcBef>
                <a:spcPts val="0"/>
              </a:spcBef>
              <a:buNone/>
              <a:defRPr sz="5800" b="0" i="0" u="none" strike="noStrike" cap="none">
                <a:solidFill>
                  <a:srgbClr val="BF8B8E"/>
                </a:solidFill>
                <a:latin typeface="Corbel"/>
                <a:ea typeface="Corbel"/>
                <a:cs typeface="Corbel"/>
                <a:sym typeface="Corbel"/>
              </a:defRPr>
            </a:lvl1pPr>
            <a:lvl2pPr marL="0" marR="0" lvl="1" indent="0" algn="r" rtl="0">
              <a:spcBef>
                <a:spcPts val="0"/>
              </a:spcBef>
              <a:buNone/>
              <a:defRPr sz="5800" b="0" i="0" u="none" strike="noStrike" cap="none">
                <a:solidFill>
                  <a:srgbClr val="BF8B8E"/>
                </a:solidFill>
                <a:latin typeface="Corbel"/>
                <a:ea typeface="Corbel"/>
                <a:cs typeface="Corbel"/>
                <a:sym typeface="Corbel"/>
              </a:defRPr>
            </a:lvl2pPr>
            <a:lvl3pPr marL="0" marR="0" lvl="2" indent="0" algn="r" rtl="0">
              <a:spcBef>
                <a:spcPts val="0"/>
              </a:spcBef>
              <a:buNone/>
              <a:defRPr sz="5800" b="0" i="0" u="none" strike="noStrike" cap="none">
                <a:solidFill>
                  <a:srgbClr val="BF8B8E"/>
                </a:solidFill>
                <a:latin typeface="Corbel"/>
                <a:ea typeface="Corbel"/>
                <a:cs typeface="Corbel"/>
                <a:sym typeface="Corbel"/>
              </a:defRPr>
            </a:lvl3pPr>
            <a:lvl4pPr marL="0" marR="0" lvl="3" indent="0" algn="r" rtl="0">
              <a:spcBef>
                <a:spcPts val="0"/>
              </a:spcBef>
              <a:buNone/>
              <a:defRPr sz="5800" b="0" i="0" u="none" strike="noStrike" cap="none">
                <a:solidFill>
                  <a:srgbClr val="BF8B8E"/>
                </a:solidFill>
                <a:latin typeface="Corbel"/>
                <a:ea typeface="Corbel"/>
                <a:cs typeface="Corbel"/>
                <a:sym typeface="Corbel"/>
              </a:defRPr>
            </a:lvl4pPr>
            <a:lvl5pPr marL="0" marR="0" lvl="4" indent="0" algn="r" rtl="0">
              <a:spcBef>
                <a:spcPts val="0"/>
              </a:spcBef>
              <a:buNone/>
              <a:defRPr sz="5800" b="0" i="0" u="none" strike="noStrike" cap="none">
                <a:solidFill>
                  <a:srgbClr val="BF8B8E"/>
                </a:solidFill>
                <a:latin typeface="Corbel"/>
                <a:ea typeface="Corbel"/>
                <a:cs typeface="Corbel"/>
                <a:sym typeface="Corbel"/>
              </a:defRPr>
            </a:lvl5pPr>
            <a:lvl6pPr marL="0" marR="0" lvl="5" indent="0" algn="r" rtl="0">
              <a:spcBef>
                <a:spcPts val="0"/>
              </a:spcBef>
              <a:buNone/>
              <a:defRPr sz="5800" b="0" i="0" u="none" strike="noStrike" cap="none">
                <a:solidFill>
                  <a:srgbClr val="BF8B8E"/>
                </a:solidFill>
                <a:latin typeface="Corbel"/>
                <a:ea typeface="Corbel"/>
                <a:cs typeface="Corbel"/>
                <a:sym typeface="Corbel"/>
              </a:defRPr>
            </a:lvl6pPr>
            <a:lvl7pPr marL="0" marR="0" lvl="6" indent="0" algn="r" rtl="0">
              <a:spcBef>
                <a:spcPts val="0"/>
              </a:spcBef>
              <a:buNone/>
              <a:defRPr sz="5800" b="0" i="0" u="none" strike="noStrike" cap="none">
                <a:solidFill>
                  <a:srgbClr val="BF8B8E"/>
                </a:solidFill>
                <a:latin typeface="Corbel"/>
                <a:ea typeface="Corbel"/>
                <a:cs typeface="Corbel"/>
                <a:sym typeface="Corbel"/>
              </a:defRPr>
            </a:lvl7pPr>
            <a:lvl8pPr marL="0" marR="0" lvl="7" indent="0" algn="r" rtl="0">
              <a:spcBef>
                <a:spcPts val="0"/>
              </a:spcBef>
              <a:buNone/>
              <a:defRPr sz="5800" b="0" i="0" u="none" strike="noStrike" cap="none">
                <a:solidFill>
                  <a:srgbClr val="BF8B8E"/>
                </a:solidFill>
                <a:latin typeface="Corbel"/>
                <a:ea typeface="Corbel"/>
                <a:cs typeface="Corbel"/>
                <a:sym typeface="Corbel"/>
              </a:defRPr>
            </a:lvl8pPr>
            <a:lvl9pPr marL="0" marR="0" lvl="8" indent="0" algn="r" rtl="0">
              <a:spcBef>
                <a:spcPts val="0"/>
              </a:spcBef>
              <a:buNone/>
              <a:defRPr sz="5800" b="0" i="0" u="none" strike="noStrike" cap="none">
                <a:solidFill>
                  <a:srgbClr val="BF8B8E"/>
                </a:solidFill>
                <a:latin typeface="Corbel"/>
                <a:ea typeface="Corbel"/>
                <a:cs typeface="Corbel"/>
                <a:sym typeface="Corbe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
          <p:cNvSpPr/>
          <p:nvPr/>
        </p:nvSpPr>
        <p:spPr>
          <a:xfrm>
            <a:off x="-352999" y="657727"/>
            <a:ext cx="43898476" cy="622584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b="0" i="0" u="none" strike="noStrike" cap="none">
              <a:solidFill>
                <a:schemeClr val="lt1"/>
              </a:solidFill>
              <a:latin typeface="Corbel"/>
              <a:ea typeface="Corbel"/>
              <a:cs typeface="Corbel"/>
              <a:sym typeface="Corbel"/>
            </a:endParaRPr>
          </a:p>
        </p:txBody>
      </p:sp>
      <p:sp>
        <p:nvSpPr>
          <p:cNvPr id="90" name="Google Shape;90;p1"/>
          <p:cNvSpPr txBox="1"/>
          <p:nvPr/>
        </p:nvSpPr>
        <p:spPr>
          <a:xfrm>
            <a:off x="1051256" y="8891062"/>
            <a:ext cx="9809348" cy="9787254"/>
          </a:xfrm>
          <a:prstGeom prst="rect">
            <a:avLst/>
          </a:prstGeom>
          <a:noFill/>
          <a:ln>
            <a:noFill/>
          </a:ln>
        </p:spPr>
        <p:txBody>
          <a:bodyPr spcFirstLastPara="1" wrap="square" lIns="91425" tIns="45700" rIns="91425" bIns="45700" anchor="t" anchorCtr="0">
            <a:spAutoFit/>
          </a:bodyPr>
          <a:lstStyle/>
          <a:p>
            <a:r>
              <a:rPr lang="en-US" sz="3000" b="1" dirty="0">
                <a:latin typeface="EB Garamond" pitchFamily="2" charset="0"/>
                <a:ea typeface="EB Garamond" pitchFamily="2" charset="0"/>
              </a:rPr>
              <a:t>Does wildfire exposure causally increase the probability and intensity of local conflict in Indonesia?</a:t>
            </a:r>
            <a:endParaRPr lang="en-US" sz="3000" dirty="0">
              <a:latin typeface="EB Garamond" pitchFamily="2" charset="0"/>
              <a:ea typeface="EB Garamond" pitchFamily="2" charset="0"/>
            </a:endParaRPr>
          </a:p>
          <a:p>
            <a:endParaRPr lang="en-US" sz="3000" dirty="0">
              <a:latin typeface="EB Garamond" pitchFamily="2" charset="0"/>
              <a:ea typeface="EB Garamond" pitchFamily="2" charset="0"/>
            </a:endParaRPr>
          </a:p>
          <a:p>
            <a:r>
              <a:rPr lang="en-US" sz="3000" dirty="0">
                <a:latin typeface="EB Garamond" pitchFamily="2" charset="0"/>
                <a:ea typeface="EB Garamond" pitchFamily="2" charset="0"/>
              </a:rPr>
              <a:t>Indonesia's peatlands are among the most fire-prone landscapes on Earth, with large-scale burning events occurring regularly since the 1990s. Fires destroy agricultural livelihoods, displace communities, and degrade natural resources that rural populations depend on for survival. At the same time, Indonesia has a well-documented history of violent conflict tied to land disputes, resource scarcity, and displacement of indigenous communities by corporate agricultural expansion.</a:t>
            </a:r>
          </a:p>
          <a:p>
            <a:endParaRPr lang="en-US" sz="3000" dirty="0">
              <a:latin typeface="EB Garamond" pitchFamily="2" charset="0"/>
              <a:ea typeface="EB Garamond" pitchFamily="2" charset="0"/>
            </a:endParaRPr>
          </a:p>
          <a:p>
            <a:r>
              <a:rPr lang="en-US" sz="3000" dirty="0">
                <a:latin typeface="EB Garamond" pitchFamily="2" charset="0"/>
                <a:ea typeface="EB Garamond" pitchFamily="2" charset="0"/>
              </a:rPr>
              <a:t>Despite this, the causal link between wildfire shocks and conflict remains understudied. Existing research documents co-occurrence of fires and social unrest, but stops short of establishing causality — leaving a critical gap for policymakers designing climate adaptation and conflict-prevention strategies. This study addresses that gap by exploiting spatiotemporal variation in wildfire exposure across Indonesian districts to estimate its effect on conflict probability and intensity, using ACLED conflict data and satellite-derived fire records.</a:t>
            </a:r>
          </a:p>
        </p:txBody>
      </p:sp>
      <p:sp>
        <p:nvSpPr>
          <p:cNvPr id="93" name="Google Shape;93;p1"/>
          <p:cNvSpPr txBox="1"/>
          <p:nvPr/>
        </p:nvSpPr>
        <p:spPr>
          <a:xfrm>
            <a:off x="6568626" y="467218"/>
            <a:ext cx="184666" cy="141577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8600">
              <a:solidFill>
                <a:schemeClr val="dk1"/>
              </a:solidFill>
              <a:latin typeface="Corbel"/>
              <a:ea typeface="Corbel"/>
              <a:cs typeface="Corbel"/>
              <a:sym typeface="Corbel"/>
            </a:endParaRPr>
          </a:p>
        </p:txBody>
      </p:sp>
      <p:sp>
        <p:nvSpPr>
          <p:cNvPr id="94" name="Google Shape;94;p1"/>
          <p:cNvSpPr txBox="1"/>
          <p:nvPr/>
        </p:nvSpPr>
        <p:spPr>
          <a:xfrm>
            <a:off x="32820640" y="18228837"/>
            <a:ext cx="9885343" cy="7478930"/>
          </a:xfrm>
          <a:prstGeom prst="rect">
            <a:avLst/>
          </a:prstGeom>
          <a:noFill/>
          <a:ln>
            <a:noFill/>
          </a:ln>
        </p:spPr>
        <p:txBody>
          <a:bodyPr spcFirstLastPara="1" wrap="square" lIns="91425" tIns="45700" rIns="91425" bIns="45700" anchor="t" anchorCtr="0">
            <a:spAutoFit/>
          </a:bodyPr>
          <a:lstStyle/>
          <a:p>
            <a:pPr marL="285750" indent="-285750">
              <a:buFont typeface="Arial" panose="020B0604020202020204" pitchFamily="34" charset="0"/>
              <a:buChar char="•"/>
            </a:pPr>
            <a:r>
              <a:rPr lang="en-US" sz="3000" b="1" dirty="0">
                <a:latin typeface="EB Garamond" pitchFamily="2" charset="0"/>
                <a:ea typeface="EB Garamond" pitchFamily="2" charset="0"/>
              </a:rPr>
              <a:t>Instrumental Variable Approach</a:t>
            </a:r>
            <a:r>
              <a:rPr lang="en-US" sz="3000" dirty="0">
                <a:latin typeface="EB Garamond" pitchFamily="2" charset="0"/>
                <a:ea typeface="EB Garamond" pitchFamily="2" charset="0"/>
              </a:rPr>
              <a:t> — Implement wind patterns as an instrument for wildfire exposure, exploiting exogenous variation in fire smoke dispersal to strengthen causal identification</a:t>
            </a:r>
          </a:p>
          <a:p>
            <a:pPr marL="285750" indent="-285750">
              <a:buFont typeface="Arial" panose="020B0604020202020204" pitchFamily="34" charset="0"/>
              <a:buChar char="•"/>
            </a:pPr>
            <a:r>
              <a:rPr lang="en-US" sz="3000" b="1" dirty="0">
                <a:latin typeface="EB Garamond" pitchFamily="2" charset="0"/>
                <a:ea typeface="EB Garamond" pitchFamily="2" charset="0"/>
              </a:rPr>
              <a:t>Mechanism identification</a:t>
            </a:r>
            <a:r>
              <a:rPr lang="en-US" sz="3000" dirty="0">
                <a:latin typeface="EB Garamond" pitchFamily="2" charset="0"/>
                <a:ea typeface="EB Garamond" pitchFamily="2" charset="0"/>
              </a:rPr>
              <a:t> — Subsequent analysis will disentangle whether conflict is driven primarily by crop loss, displacement, or competition over remaining resources</a:t>
            </a:r>
          </a:p>
          <a:p>
            <a:pPr marL="285750" indent="-285750">
              <a:buFont typeface="Arial" panose="020B0604020202020204" pitchFamily="34" charset="0"/>
              <a:buChar char="•"/>
            </a:pPr>
            <a:r>
              <a:rPr lang="en-US" sz="3000" b="1" dirty="0">
                <a:latin typeface="EB Garamond" pitchFamily="2" charset="0"/>
                <a:ea typeface="EB Garamond" pitchFamily="2" charset="0"/>
              </a:rPr>
              <a:t>Heterogeneity by land tenure</a:t>
            </a:r>
            <a:r>
              <a:rPr lang="en-US" sz="3000" dirty="0">
                <a:latin typeface="EB Garamond" pitchFamily="2" charset="0"/>
                <a:ea typeface="EB Garamond" pitchFamily="2" charset="0"/>
              </a:rPr>
              <a:t> — Examining conflict responses across formal vs. informal land tenure regions, particularly in palm oil and pulpwood concession areas, will clarify the role of institutional context</a:t>
            </a:r>
          </a:p>
          <a:p>
            <a:pPr marL="285750" indent="-285750">
              <a:buFont typeface="Arial" panose="020B0604020202020204" pitchFamily="34" charset="0"/>
              <a:buChar char="•"/>
            </a:pPr>
            <a:r>
              <a:rPr lang="en-US" sz="3000" b="1" dirty="0">
                <a:latin typeface="EB Garamond" pitchFamily="2" charset="0"/>
                <a:ea typeface="EB Garamond" pitchFamily="2" charset="0"/>
              </a:rPr>
              <a:t>Policy evaluation</a:t>
            </a:r>
            <a:r>
              <a:rPr lang="en-US" sz="3000" dirty="0">
                <a:latin typeface="EB Garamond" pitchFamily="2" charset="0"/>
                <a:ea typeface="EB Garamond" pitchFamily="2" charset="0"/>
              </a:rPr>
              <a:t> — Future research will exploit Indonesia's Peatland Restoration Agency (BRG) interventions as natural experiments to test whether fire-prevention policies also reduce conflict risk</a:t>
            </a:r>
          </a:p>
          <a:p>
            <a:pPr marL="457200" marR="0" lvl="0" indent="-457200" algn="just" rtl="0">
              <a:spcBef>
                <a:spcPts val="0"/>
              </a:spcBef>
              <a:spcAft>
                <a:spcPts val="0"/>
              </a:spcAft>
              <a:buClr>
                <a:schemeClr val="accent6"/>
              </a:buClr>
              <a:buSzPts val="3000"/>
              <a:buFont typeface="Arial"/>
              <a:buChar char="•"/>
            </a:pPr>
            <a:endParaRPr sz="3000" dirty="0">
              <a:latin typeface="EB Garamond" pitchFamily="2" charset="0"/>
              <a:ea typeface="EB Garamond" pitchFamily="2" charset="0"/>
            </a:endParaRPr>
          </a:p>
        </p:txBody>
      </p:sp>
      <p:sp>
        <p:nvSpPr>
          <p:cNvPr id="95" name="Google Shape;95;p1"/>
          <p:cNvSpPr txBox="1"/>
          <p:nvPr/>
        </p:nvSpPr>
        <p:spPr>
          <a:xfrm>
            <a:off x="7013892" y="1270716"/>
            <a:ext cx="28948613" cy="433960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8400" b="1" dirty="0">
                <a:solidFill>
                  <a:schemeClr val="lt1"/>
                </a:solidFill>
                <a:latin typeface="EB Garamond" pitchFamily="2" charset="0"/>
                <a:ea typeface="EB Garamond" pitchFamily="2" charset="0"/>
                <a:cs typeface="Helvetica Neue"/>
                <a:sym typeface="Helvetica Neue"/>
              </a:rPr>
              <a:t>Causal Impacts of Wildfires on Conflict Probability and Intensity in Indonesia:</a:t>
            </a:r>
          </a:p>
          <a:p>
            <a:pPr marL="0" marR="0" lvl="0" indent="0" algn="ctr" rtl="0">
              <a:spcBef>
                <a:spcPts val="0"/>
              </a:spcBef>
              <a:spcAft>
                <a:spcPts val="0"/>
              </a:spcAft>
              <a:buNone/>
            </a:pPr>
            <a:r>
              <a:rPr lang="en-US" sz="6000" b="1" dirty="0">
                <a:solidFill>
                  <a:schemeClr val="lt1"/>
                </a:solidFill>
                <a:latin typeface="EB Garamond" pitchFamily="2" charset="0"/>
                <a:ea typeface="EB Garamond" pitchFamily="2" charset="0"/>
                <a:cs typeface="Helvetica Neue"/>
                <a:sym typeface="Helvetica Neue"/>
              </a:rPr>
              <a:t>Hariaksha Gunda*, Dr. Michael Price</a:t>
            </a:r>
            <a:endParaRPr lang="en-US" sz="6000" dirty="0">
              <a:latin typeface="EB Garamond" pitchFamily="2" charset="0"/>
              <a:ea typeface="EB Garamond" pitchFamily="2" charset="0"/>
            </a:endParaRPr>
          </a:p>
          <a:p>
            <a:pPr marL="0" marR="0" lvl="0" indent="0" algn="ctr" rtl="0">
              <a:spcBef>
                <a:spcPts val="0"/>
              </a:spcBef>
              <a:spcAft>
                <a:spcPts val="0"/>
              </a:spcAft>
              <a:buNone/>
            </a:pPr>
            <a:r>
              <a:rPr lang="en-US" sz="4800" b="1" i="1" dirty="0">
                <a:solidFill>
                  <a:schemeClr val="lt1"/>
                </a:solidFill>
                <a:latin typeface="EB Garamond" pitchFamily="2" charset="0"/>
                <a:ea typeface="EB Garamond" pitchFamily="2" charset="0"/>
                <a:cs typeface="Helvetica Neue"/>
                <a:sym typeface="Helvetica Neue"/>
              </a:rPr>
              <a:t>Department of Economics, Finance, and Legal Studies</a:t>
            </a:r>
            <a:endParaRPr sz="4800" dirty="0">
              <a:solidFill>
                <a:schemeClr val="lt1"/>
              </a:solidFill>
              <a:latin typeface="EB Garamond" pitchFamily="2" charset="0"/>
              <a:ea typeface="EB Garamond" pitchFamily="2" charset="0"/>
              <a:cs typeface="Helvetica Neue"/>
              <a:sym typeface="Helvetica Neue"/>
            </a:endParaRPr>
          </a:p>
        </p:txBody>
      </p:sp>
      <p:sp>
        <p:nvSpPr>
          <p:cNvPr id="96" name="Google Shape;96;p1"/>
          <p:cNvSpPr/>
          <p:nvPr/>
        </p:nvSpPr>
        <p:spPr>
          <a:xfrm>
            <a:off x="861777" y="7607075"/>
            <a:ext cx="1024128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97" name="Google Shape;97;p1"/>
          <p:cNvSpPr txBox="1"/>
          <p:nvPr/>
        </p:nvSpPr>
        <p:spPr>
          <a:xfrm>
            <a:off x="1361840" y="7665813"/>
            <a:ext cx="9083675" cy="769937"/>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dirty="0">
                <a:solidFill>
                  <a:schemeClr val="lt1"/>
                </a:solidFill>
                <a:latin typeface="Verdana"/>
                <a:ea typeface="Verdana"/>
                <a:cs typeface="Verdana"/>
                <a:sym typeface="Verdana"/>
              </a:rPr>
              <a:t>QUESTION AND SIGNIFICANCE</a:t>
            </a:r>
            <a:endParaRPr dirty="0"/>
          </a:p>
        </p:txBody>
      </p:sp>
      <p:sp>
        <p:nvSpPr>
          <p:cNvPr id="100" name="Google Shape;100;p1"/>
          <p:cNvSpPr/>
          <p:nvPr/>
        </p:nvSpPr>
        <p:spPr>
          <a:xfrm>
            <a:off x="12037121" y="7607074"/>
            <a:ext cx="1952244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01" name="Google Shape;101;p1"/>
          <p:cNvSpPr txBox="1"/>
          <p:nvPr/>
        </p:nvSpPr>
        <p:spPr>
          <a:xfrm>
            <a:off x="12554901" y="7663904"/>
            <a:ext cx="18355683" cy="769442"/>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dirty="0">
                <a:solidFill>
                  <a:schemeClr val="lt1"/>
                </a:solidFill>
                <a:latin typeface="Verdana"/>
                <a:ea typeface="Verdana"/>
                <a:cs typeface="Verdana"/>
                <a:sym typeface="Verdana"/>
              </a:rPr>
              <a:t>DATA AND METHODS</a:t>
            </a:r>
            <a:endParaRPr dirty="0"/>
          </a:p>
        </p:txBody>
      </p:sp>
      <p:sp>
        <p:nvSpPr>
          <p:cNvPr id="102" name="Google Shape;102;p1"/>
          <p:cNvSpPr/>
          <p:nvPr/>
        </p:nvSpPr>
        <p:spPr>
          <a:xfrm>
            <a:off x="32613171" y="7607075"/>
            <a:ext cx="1024128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03" name="Google Shape;103;p1"/>
          <p:cNvSpPr txBox="1"/>
          <p:nvPr/>
        </p:nvSpPr>
        <p:spPr>
          <a:xfrm>
            <a:off x="33296114" y="7665812"/>
            <a:ext cx="9083675" cy="769938"/>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dirty="0">
                <a:solidFill>
                  <a:schemeClr val="lt1"/>
                </a:solidFill>
                <a:latin typeface="Verdana"/>
                <a:ea typeface="Verdana"/>
                <a:cs typeface="Verdana"/>
                <a:sym typeface="Verdana"/>
              </a:rPr>
              <a:t>STUDY AREA</a:t>
            </a:r>
            <a:endParaRPr dirty="0"/>
          </a:p>
        </p:txBody>
      </p:sp>
      <p:sp>
        <p:nvSpPr>
          <p:cNvPr id="104" name="Google Shape;104;p1"/>
          <p:cNvSpPr/>
          <p:nvPr/>
        </p:nvSpPr>
        <p:spPr>
          <a:xfrm>
            <a:off x="32613171" y="17057529"/>
            <a:ext cx="1024128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05" name="Google Shape;105;p1"/>
          <p:cNvSpPr txBox="1"/>
          <p:nvPr/>
        </p:nvSpPr>
        <p:spPr>
          <a:xfrm>
            <a:off x="32959728" y="17121458"/>
            <a:ext cx="9607873" cy="769441"/>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a:solidFill>
                  <a:schemeClr val="lt1"/>
                </a:solidFill>
                <a:latin typeface="Verdana"/>
                <a:ea typeface="Verdana"/>
                <a:cs typeface="Verdana"/>
                <a:sym typeface="Verdana"/>
              </a:rPr>
              <a:t>FUTURE STEPS</a:t>
            </a:r>
            <a:endParaRPr/>
          </a:p>
        </p:txBody>
      </p:sp>
      <p:pic>
        <p:nvPicPr>
          <p:cNvPr id="106" name="Google Shape;106;p1" descr="nameplate201_WHITE.eps"/>
          <p:cNvPicPr preferRelativeResize="0"/>
          <p:nvPr/>
        </p:nvPicPr>
        <p:blipFill rotWithShape="1">
          <a:blip r:embed="rId3">
            <a:alphaModFix/>
          </a:blip>
          <a:srcRect/>
          <a:stretch/>
        </p:blipFill>
        <p:spPr>
          <a:xfrm>
            <a:off x="33763623" y="5350030"/>
            <a:ext cx="9085603" cy="472535"/>
          </a:xfrm>
          <a:prstGeom prst="rect">
            <a:avLst/>
          </a:prstGeom>
          <a:noFill/>
          <a:ln>
            <a:noFill/>
          </a:ln>
        </p:spPr>
      </p:pic>
      <p:sp>
        <p:nvSpPr>
          <p:cNvPr id="107" name="Google Shape;107;p1"/>
          <p:cNvSpPr/>
          <p:nvPr/>
        </p:nvSpPr>
        <p:spPr>
          <a:xfrm>
            <a:off x="32612708" y="25648520"/>
            <a:ext cx="1024128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08" name="Google Shape;108;p1"/>
          <p:cNvSpPr txBox="1"/>
          <p:nvPr/>
        </p:nvSpPr>
        <p:spPr>
          <a:xfrm>
            <a:off x="32613172" y="25551682"/>
            <a:ext cx="10236053" cy="914400"/>
          </a:xfrm>
          <a:prstGeom prst="rect">
            <a:avLst/>
          </a:prstGeom>
          <a:solidFill>
            <a:srgbClr val="9C233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400" b="0" u="none">
                <a:solidFill>
                  <a:schemeClr val="lt1"/>
                </a:solidFill>
                <a:latin typeface="Verdana"/>
                <a:ea typeface="Verdana"/>
                <a:cs typeface="Verdana"/>
                <a:sym typeface="Verdana"/>
              </a:rPr>
              <a:t>REFERENCES</a:t>
            </a:r>
            <a:endParaRPr/>
          </a:p>
        </p:txBody>
      </p:sp>
      <p:sp>
        <p:nvSpPr>
          <p:cNvPr id="110" name="Google Shape;110;p1"/>
          <p:cNvSpPr/>
          <p:nvPr/>
        </p:nvSpPr>
        <p:spPr>
          <a:xfrm>
            <a:off x="32796053" y="8848013"/>
            <a:ext cx="9502898" cy="553957"/>
          </a:xfrm>
          <a:prstGeom prst="rect">
            <a:avLst/>
          </a:prstGeom>
          <a:noFill/>
          <a:ln>
            <a:noFill/>
          </a:ln>
        </p:spPr>
        <p:txBody>
          <a:bodyPr spcFirstLastPara="1" wrap="square" lIns="91425" tIns="45700" rIns="91425" bIns="45700" anchor="t" anchorCtr="0">
            <a:spAutoFit/>
          </a:bodyPr>
          <a:lstStyle/>
          <a:p>
            <a:pPr marL="0" marR="0" lvl="0" indent="0" algn="just" rtl="0">
              <a:spcBef>
                <a:spcPts val="0"/>
              </a:spcBef>
              <a:spcAft>
                <a:spcPts val="0"/>
              </a:spcAft>
              <a:buNone/>
            </a:pPr>
            <a:r>
              <a:rPr lang="en-US" sz="3000" b="1" dirty="0">
                <a:solidFill>
                  <a:schemeClr val="accent6"/>
                </a:solidFill>
                <a:latin typeface="EB Garamond"/>
                <a:ea typeface="EB Garamond"/>
                <a:cs typeface="EB Garamond"/>
                <a:sym typeface="EB Garamond"/>
              </a:rPr>
              <a:t>Start</a:t>
            </a:r>
          </a:p>
        </p:txBody>
      </p:sp>
      <p:sp>
        <p:nvSpPr>
          <p:cNvPr id="111" name="Google Shape;111;p1"/>
          <p:cNvSpPr/>
          <p:nvPr/>
        </p:nvSpPr>
        <p:spPr>
          <a:xfrm>
            <a:off x="32796052" y="26897304"/>
            <a:ext cx="9909931" cy="5632271"/>
          </a:xfrm>
          <a:prstGeom prst="rect">
            <a:avLst/>
          </a:prstGeom>
          <a:noFill/>
          <a:ln>
            <a:noFill/>
          </a:ln>
        </p:spPr>
        <p:txBody>
          <a:bodyPr spcFirstLastPara="1" wrap="square" lIns="91425" tIns="45700" rIns="91425" bIns="45700" anchor="t" anchorCtr="0">
            <a:spAutoFit/>
          </a:bodyPr>
          <a:lstStyle/>
          <a:p>
            <a:pPr marL="914400" lvl="0" indent="-914400"/>
            <a:r>
              <a:rPr lang="en-US" sz="2400" dirty="0">
                <a:solidFill>
                  <a:schemeClr val="accent6"/>
                </a:solidFill>
                <a:latin typeface="EB Garamond" pitchFamily="2" charset="0"/>
                <a:ea typeface="EB Garamond" pitchFamily="2" charset="0"/>
                <a:cs typeface="EB Garamond"/>
                <a:sym typeface="EB Garamond"/>
              </a:rPr>
              <a:t>[1] </a:t>
            </a:r>
            <a:r>
              <a:rPr lang="en-US" sz="2400" dirty="0">
                <a:latin typeface="EB Garamond" pitchFamily="2" charset="0"/>
                <a:ea typeface="EB Garamond" pitchFamily="2" charset="0"/>
              </a:rPr>
              <a:t>Balboni, C., Burgess, R., &amp; Olken, B. A. (2025). The origins and control of forest fires in the tropics. </a:t>
            </a:r>
            <a:r>
              <a:rPr lang="en-US" sz="2400" i="1" dirty="0">
                <a:latin typeface="EB Garamond" pitchFamily="2" charset="0"/>
                <a:ea typeface="EB Garamond" pitchFamily="2" charset="0"/>
              </a:rPr>
              <a:t>Review of Economic Studies</a:t>
            </a:r>
            <a:r>
              <a:rPr lang="en-US" sz="2400" dirty="0">
                <a:latin typeface="EB Garamond" pitchFamily="2" charset="0"/>
                <a:ea typeface="EB Garamond" pitchFamily="2" charset="0"/>
              </a:rPr>
              <a:t>.</a:t>
            </a:r>
          </a:p>
          <a:p>
            <a:pPr marL="914400" lvl="0" indent="-914400"/>
            <a:r>
              <a:rPr lang="en-US" sz="2400" dirty="0">
                <a:solidFill>
                  <a:schemeClr val="accent6"/>
                </a:solidFill>
                <a:latin typeface="EB Garamond" pitchFamily="2" charset="0"/>
                <a:ea typeface="EB Garamond" pitchFamily="2" charset="0"/>
                <a:cs typeface="EB Garamond"/>
                <a:sym typeface="EB Garamond"/>
              </a:rPr>
              <a:t>[2] </a:t>
            </a:r>
            <a:r>
              <a:rPr lang="en-US" sz="2400" dirty="0">
                <a:latin typeface="EB Garamond" pitchFamily="2" charset="0"/>
                <a:ea typeface="EB Garamond" pitchFamily="2" charset="0"/>
              </a:rPr>
              <a:t>Burgess, R., Hansen, M., Olken, B. A., Potapov, P., &amp; Sieber, S. (2012). The political economy of deforestation in the tropics. </a:t>
            </a:r>
            <a:r>
              <a:rPr lang="en-US" sz="2400" i="1" dirty="0">
                <a:latin typeface="EB Garamond" pitchFamily="2" charset="0"/>
                <a:ea typeface="EB Garamond" pitchFamily="2" charset="0"/>
              </a:rPr>
              <a:t>The Quarterly Journal of Economics, 127</a:t>
            </a:r>
            <a:r>
              <a:rPr lang="en-US" sz="2400" dirty="0">
                <a:latin typeface="EB Garamond" pitchFamily="2" charset="0"/>
                <a:ea typeface="EB Garamond" pitchFamily="2" charset="0"/>
              </a:rPr>
              <a:t>(4), 1707-1754.</a:t>
            </a:r>
          </a:p>
          <a:p>
            <a:pPr marL="914400" lvl="0" indent="-914400"/>
            <a:r>
              <a:rPr lang="en-US" sz="2400" dirty="0">
                <a:solidFill>
                  <a:schemeClr val="accent6"/>
                </a:solidFill>
                <a:latin typeface="EB Garamond" pitchFamily="2" charset="0"/>
                <a:ea typeface="EB Garamond" pitchFamily="2" charset="0"/>
                <a:cs typeface="EB Garamond"/>
                <a:sym typeface="EB Garamond"/>
              </a:rPr>
              <a:t>[3] </a:t>
            </a:r>
            <a:r>
              <a:rPr lang="en-US" sz="2400" dirty="0">
                <a:latin typeface="EB Garamond" pitchFamily="2" charset="0"/>
                <a:ea typeface="EB Garamond" pitchFamily="2" charset="0"/>
              </a:rPr>
              <a:t>Homer-Dixon, T. F. (1994). Environmental scarcities and violent conflict: evidence from cases. </a:t>
            </a:r>
            <a:r>
              <a:rPr lang="en-US" sz="2400" i="1" dirty="0">
                <a:latin typeface="EB Garamond" pitchFamily="2" charset="0"/>
                <a:ea typeface="EB Garamond" pitchFamily="2" charset="0"/>
              </a:rPr>
              <a:t>International Security, 19</a:t>
            </a:r>
            <a:r>
              <a:rPr lang="en-US" sz="2400" dirty="0">
                <a:latin typeface="EB Garamond" pitchFamily="2" charset="0"/>
                <a:ea typeface="EB Garamond" pitchFamily="2" charset="0"/>
              </a:rPr>
              <a:t>(1), 5-40.</a:t>
            </a:r>
          </a:p>
          <a:p>
            <a:r>
              <a:rPr lang="en-US" sz="2400" dirty="0">
                <a:latin typeface="EB Garamond" pitchFamily="2" charset="0"/>
                <a:ea typeface="EB Garamond" pitchFamily="2" charset="0"/>
              </a:rPr>
              <a:t>[4] Burke, M. B., Miguel, E., </a:t>
            </a:r>
            <a:r>
              <a:rPr lang="en-US" sz="2400" dirty="0" err="1">
                <a:latin typeface="EB Garamond" pitchFamily="2" charset="0"/>
                <a:ea typeface="EB Garamond" pitchFamily="2" charset="0"/>
              </a:rPr>
              <a:t>Satyanath</a:t>
            </a:r>
            <a:r>
              <a:rPr lang="en-US" sz="2400" dirty="0">
                <a:latin typeface="EB Garamond" pitchFamily="2" charset="0"/>
                <a:ea typeface="EB Garamond" pitchFamily="2" charset="0"/>
              </a:rPr>
              <a:t>, S., Dykema, J. A., &amp; Lobell, D. B. (2009). 	Warming increases the risk of civil war in Africa. </a:t>
            </a:r>
            <a:r>
              <a:rPr lang="en-US" sz="2400" i="1" dirty="0">
                <a:latin typeface="EB Garamond" pitchFamily="2" charset="0"/>
                <a:ea typeface="EB Garamond" pitchFamily="2" charset="0"/>
              </a:rPr>
              <a:t>Proceedings of the National 	Academy of Sciences, 106</a:t>
            </a:r>
            <a:r>
              <a:rPr lang="en-US" sz="2400" dirty="0">
                <a:latin typeface="EB Garamond" pitchFamily="2" charset="0"/>
                <a:ea typeface="EB Garamond" pitchFamily="2" charset="0"/>
              </a:rPr>
              <a:t>(49), 20670-20674.</a:t>
            </a:r>
          </a:p>
          <a:p>
            <a:r>
              <a:rPr lang="en-US" sz="2400" dirty="0">
                <a:latin typeface="EB Garamond" pitchFamily="2" charset="0"/>
                <a:ea typeface="EB Garamond" pitchFamily="2" charset="0"/>
              </a:rPr>
              <a:t>[5] Hsiang, S. M., Burke, M., &amp; Miguel, E. (2013). Quantifying the influence of 	climate on human conflict. </a:t>
            </a:r>
            <a:r>
              <a:rPr lang="en-US" sz="2400" i="1" dirty="0">
                <a:latin typeface="EB Garamond" pitchFamily="2" charset="0"/>
                <a:ea typeface="EB Garamond" pitchFamily="2" charset="0"/>
              </a:rPr>
              <a:t>Science, 341</a:t>
            </a:r>
            <a:r>
              <a:rPr lang="en-US" sz="2400" dirty="0">
                <a:latin typeface="EB Garamond" pitchFamily="2" charset="0"/>
                <a:ea typeface="EB Garamond" pitchFamily="2" charset="0"/>
              </a:rPr>
              <a:t>(6151), 1235367.</a:t>
            </a:r>
          </a:p>
          <a:p>
            <a:r>
              <a:rPr lang="en-US" sz="2400" dirty="0">
                <a:latin typeface="EB Garamond" pitchFamily="2" charset="0"/>
                <a:ea typeface="EB Garamond" pitchFamily="2" charset="0"/>
              </a:rPr>
              <a:t>[6] Dell, M., Jones, B. F., &amp; Olken, B. A. (2012). Temperature shocks and economic 	growth: Evidence from the last half century. </a:t>
            </a:r>
            <a:r>
              <a:rPr lang="en-US" sz="2400" i="1" dirty="0">
                <a:latin typeface="EB Garamond" pitchFamily="2" charset="0"/>
                <a:ea typeface="EB Garamond" pitchFamily="2" charset="0"/>
              </a:rPr>
              <a:t>American Economic Journal: 	Macroeconomics, 4</a:t>
            </a:r>
            <a:r>
              <a:rPr lang="en-US" sz="2400" dirty="0">
                <a:latin typeface="EB Garamond" pitchFamily="2" charset="0"/>
                <a:ea typeface="EB Garamond" pitchFamily="2" charset="0"/>
              </a:rPr>
              <a:t>(3), 66-95.</a:t>
            </a:r>
          </a:p>
        </p:txBody>
      </p:sp>
      <p:sp>
        <p:nvSpPr>
          <p:cNvPr id="133" name="Google Shape;133;p1"/>
          <p:cNvSpPr/>
          <p:nvPr/>
        </p:nvSpPr>
        <p:spPr>
          <a:xfrm>
            <a:off x="867624" y="19052651"/>
            <a:ext cx="1024128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34" name="Google Shape;134;p1"/>
          <p:cNvSpPr txBox="1"/>
          <p:nvPr/>
        </p:nvSpPr>
        <p:spPr>
          <a:xfrm>
            <a:off x="1550567" y="19111388"/>
            <a:ext cx="9083675" cy="769938"/>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dirty="0">
                <a:solidFill>
                  <a:schemeClr val="lt1"/>
                </a:solidFill>
                <a:latin typeface="Verdana"/>
                <a:ea typeface="Verdana"/>
                <a:cs typeface="Verdana"/>
                <a:sym typeface="Verdana"/>
              </a:rPr>
              <a:t>LITERATURE AND CONTEXT</a:t>
            </a:r>
            <a:endParaRPr dirty="0"/>
          </a:p>
        </p:txBody>
      </p:sp>
      <p:sp>
        <p:nvSpPr>
          <p:cNvPr id="135" name="Google Shape;135;p1"/>
          <p:cNvSpPr/>
          <p:nvPr/>
        </p:nvSpPr>
        <p:spPr>
          <a:xfrm>
            <a:off x="12037121" y="18286243"/>
            <a:ext cx="1952244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36" name="Google Shape;136;p1"/>
          <p:cNvSpPr txBox="1"/>
          <p:nvPr/>
        </p:nvSpPr>
        <p:spPr>
          <a:xfrm>
            <a:off x="12554901" y="18343073"/>
            <a:ext cx="18355683" cy="769442"/>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dirty="0">
                <a:solidFill>
                  <a:schemeClr val="lt1"/>
                </a:solidFill>
                <a:latin typeface="Verdana"/>
                <a:ea typeface="Verdana"/>
                <a:cs typeface="Verdana"/>
                <a:sym typeface="Verdana"/>
              </a:rPr>
              <a:t>FINDINGS</a:t>
            </a:r>
            <a:endParaRPr dirty="0"/>
          </a:p>
        </p:txBody>
      </p:sp>
      <p:sp>
        <p:nvSpPr>
          <p:cNvPr id="168" name="Google Shape;168;p1"/>
          <p:cNvSpPr/>
          <p:nvPr/>
        </p:nvSpPr>
        <p:spPr>
          <a:xfrm>
            <a:off x="1080319" y="20117106"/>
            <a:ext cx="9989816" cy="12095579"/>
          </a:xfrm>
          <a:prstGeom prst="rect">
            <a:avLst/>
          </a:prstGeom>
          <a:noFill/>
          <a:ln>
            <a:noFill/>
          </a:ln>
        </p:spPr>
        <p:txBody>
          <a:bodyPr spcFirstLastPara="1" wrap="square" lIns="91425" tIns="45700" rIns="91425" bIns="45700" anchor="t" anchorCtr="0">
            <a:spAutoFit/>
          </a:bodyPr>
          <a:lstStyle/>
          <a:p>
            <a:r>
              <a:rPr lang="en-US" sz="3000" b="1" dirty="0">
                <a:latin typeface="EB Garamond" pitchFamily="2" charset="0"/>
                <a:ea typeface="EB Garamond" pitchFamily="2" charset="0"/>
              </a:rPr>
              <a:t>Climate Shocks and Conflict</a:t>
            </a:r>
            <a:br>
              <a:rPr lang="en-US" sz="3000" dirty="0">
                <a:latin typeface="EB Garamond" pitchFamily="2" charset="0"/>
                <a:ea typeface="EB Garamond" pitchFamily="2" charset="0"/>
              </a:rPr>
            </a:br>
            <a:r>
              <a:rPr lang="en-US" sz="3000" dirty="0">
                <a:latin typeface="EB Garamond" pitchFamily="2" charset="0"/>
                <a:ea typeface="EB Garamond" pitchFamily="2" charset="0"/>
              </a:rPr>
              <a:t>Burke et al. (2009), Dell et al. (2012), and Hsiang et al. (2013) collectively establish that climatic shocks — including temperature increases and extreme weather events — significantly raise civil conflict incidence, reduce economic output, and destabilize political institutions across diverse global contexts.</a:t>
            </a:r>
          </a:p>
          <a:p>
            <a:endParaRPr lang="en-US" sz="3000" b="1" dirty="0">
              <a:latin typeface="EB Garamond" pitchFamily="2" charset="0"/>
              <a:ea typeface="EB Garamond" pitchFamily="2" charset="0"/>
            </a:endParaRPr>
          </a:p>
          <a:p>
            <a:r>
              <a:rPr lang="en-US" sz="3000" b="1" dirty="0">
                <a:latin typeface="EB Garamond" pitchFamily="2" charset="0"/>
                <a:ea typeface="EB Garamond" pitchFamily="2" charset="0"/>
              </a:rPr>
              <a:t>Resource Scarcity &amp; Violence</a:t>
            </a:r>
            <a:br>
              <a:rPr lang="en-US" sz="3000" dirty="0">
                <a:latin typeface="EB Garamond" pitchFamily="2" charset="0"/>
                <a:ea typeface="EB Garamond" pitchFamily="2" charset="0"/>
              </a:rPr>
            </a:br>
            <a:r>
              <a:rPr lang="en-US" sz="3000" dirty="0">
                <a:latin typeface="EB Garamond" pitchFamily="2" charset="0"/>
                <a:ea typeface="EB Garamond" pitchFamily="2" charset="0"/>
              </a:rPr>
              <a:t>Homer-Dixon (1994) argues that environmental scarcity generates conflict through livelihood disruption and group grievance — a framework directly applicable to rural Indonesia, where agricultural dependence is high and customary land rights are frequently contested by corporate concession holders.</a:t>
            </a:r>
          </a:p>
          <a:p>
            <a:endParaRPr lang="en-US" sz="3000" b="1" dirty="0">
              <a:latin typeface="EB Garamond" pitchFamily="2" charset="0"/>
              <a:ea typeface="EB Garamond" pitchFamily="2" charset="0"/>
            </a:endParaRPr>
          </a:p>
          <a:p>
            <a:r>
              <a:rPr lang="en-US" sz="3000" b="1" dirty="0">
                <a:latin typeface="EB Garamond" pitchFamily="2" charset="0"/>
                <a:ea typeface="EB Garamond" pitchFamily="2" charset="0"/>
              </a:rPr>
              <a:t>Indonesia-Specific Context</a:t>
            </a:r>
            <a:br>
              <a:rPr lang="en-US" sz="3000" dirty="0">
                <a:latin typeface="EB Garamond" pitchFamily="2" charset="0"/>
                <a:ea typeface="EB Garamond" pitchFamily="2" charset="0"/>
              </a:rPr>
            </a:br>
            <a:r>
              <a:rPr lang="en-US" sz="3000" dirty="0">
                <a:latin typeface="EB Garamond" pitchFamily="2" charset="0"/>
                <a:ea typeface="EB Garamond" pitchFamily="2" charset="0"/>
              </a:rPr>
              <a:t>Fires in Indonesia are driven by El Niño-induced drought, illegal land clearing for palm oil, and drainage of carbon-rich peatlands. Burgess et al. (2012) and Balboni et al. (2025) show that political incentives and weak property rights enforcement make fire risk in the region a deeply institutional phenomenon.</a:t>
            </a:r>
          </a:p>
          <a:p>
            <a:endParaRPr lang="en-US" sz="3000" b="1" dirty="0">
              <a:latin typeface="EB Garamond" pitchFamily="2" charset="0"/>
              <a:ea typeface="EB Garamond" pitchFamily="2" charset="0"/>
            </a:endParaRPr>
          </a:p>
          <a:p>
            <a:r>
              <a:rPr lang="en-US" sz="3000" b="1" dirty="0">
                <a:latin typeface="EB Garamond" pitchFamily="2" charset="0"/>
                <a:ea typeface="EB Garamond" pitchFamily="2" charset="0"/>
              </a:rPr>
              <a:t>Research Gap</a:t>
            </a:r>
            <a:br>
              <a:rPr lang="en-US" sz="3000" dirty="0">
                <a:latin typeface="EB Garamond" pitchFamily="2" charset="0"/>
                <a:ea typeface="EB Garamond" pitchFamily="2" charset="0"/>
              </a:rPr>
            </a:br>
            <a:r>
              <a:rPr lang="en-US" sz="3000" dirty="0">
                <a:latin typeface="EB Garamond" pitchFamily="2" charset="0"/>
                <a:ea typeface="EB Garamond" pitchFamily="2" charset="0"/>
              </a:rPr>
              <a:t>While the literature addresses climate-conflict links and Indonesian fire dynamics, no study directly estimates </a:t>
            </a:r>
            <a:r>
              <a:rPr lang="en-US" sz="3000" i="1" dirty="0">
                <a:latin typeface="EB Garamond" pitchFamily="2" charset="0"/>
                <a:ea typeface="EB Garamond" pitchFamily="2" charset="0"/>
              </a:rPr>
              <a:t>causal</a:t>
            </a:r>
            <a:r>
              <a:rPr lang="en-US" sz="3000" dirty="0">
                <a:latin typeface="EB Garamond" pitchFamily="2" charset="0"/>
                <a:ea typeface="EB Garamond" pitchFamily="2" charset="0"/>
              </a:rPr>
              <a:t> effects of wildfire exposure on conflict outcomes at the district level in Indonesia.</a:t>
            </a:r>
          </a:p>
        </p:txBody>
      </p:sp>
      <p:pic>
        <p:nvPicPr>
          <p:cNvPr id="3" name="Picture 2" descr="A black and white sign with grey text&#10;&#10;Description automatically generated">
            <a:extLst>
              <a:ext uri="{FF2B5EF4-FFF2-40B4-BE49-F238E27FC236}">
                <a16:creationId xmlns:a16="http://schemas.microsoft.com/office/drawing/2014/main" id="{0F454FC8-6F81-FA71-B2C1-B7EC7489198F}"/>
              </a:ext>
            </a:extLst>
          </p:cNvPr>
          <p:cNvPicPr>
            <a:picLocks noChangeAspect="1"/>
          </p:cNvPicPr>
          <p:nvPr/>
        </p:nvPicPr>
        <p:blipFill>
          <a:blip r:embed="rId4"/>
          <a:stretch>
            <a:fillRect/>
          </a:stretch>
        </p:blipFill>
        <p:spPr>
          <a:xfrm>
            <a:off x="484225" y="4486183"/>
            <a:ext cx="6477976" cy="1769034"/>
          </a:xfrm>
          <a:prstGeom prst="rect">
            <a:avLst/>
          </a:prstGeom>
        </p:spPr>
      </p:pic>
      <p:graphicFrame>
        <p:nvGraphicFramePr>
          <p:cNvPr id="11" name="Table 10">
            <a:extLst>
              <a:ext uri="{FF2B5EF4-FFF2-40B4-BE49-F238E27FC236}">
                <a16:creationId xmlns:a16="http://schemas.microsoft.com/office/drawing/2014/main" id="{E51A86C4-1D7E-3363-5025-58CBA7E0D25B}"/>
              </a:ext>
            </a:extLst>
          </p:cNvPr>
          <p:cNvGraphicFramePr>
            <a:graphicFrameLocks noGrp="1"/>
          </p:cNvGraphicFramePr>
          <p:nvPr>
            <p:extLst>
              <p:ext uri="{D42A27DB-BD31-4B8C-83A1-F6EECF244321}">
                <p14:modId xmlns:p14="http://schemas.microsoft.com/office/powerpoint/2010/main" val="3665940204"/>
              </p:ext>
            </p:extLst>
          </p:nvPr>
        </p:nvGraphicFramePr>
        <p:xfrm>
          <a:off x="12625087" y="8993458"/>
          <a:ext cx="18641026" cy="2743200"/>
        </p:xfrm>
        <a:graphic>
          <a:graphicData uri="http://schemas.openxmlformats.org/drawingml/2006/table">
            <a:tbl>
              <a:tblPr firstRow="1" bandRow="1">
                <a:tableStyleId>{073A0DAA-6AF3-43AB-8588-CEC1D06C72B9}</a:tableStyleId>
              </a:tblPr>
              <a:tblGrid>
                <a:gridCol w="9320513">
                  <a:extLst>
                    <a:ext uri="{9D8B030D-6E8A-4147-A177-3AD203B41FA5}">
                      <a16:colId xmlns:a16="http://schemas.microsoft.com/office/drawing/2014/main" val="1637369601"/>
                    </a:ext>
                  </a:extLst>
                </a:gridCol>
                <a:gridCol w="9320513">
                  <a:extLst>
                    <a:ext uri="{9D8B030D-6E8A-4147-A177-3AD203B41FA5}">
                      <a16:colId xmlns:a16="http://schemas.microsoft.com/office/drawing/2014/main" val="3732023610"/>
                    </a:ext>
                  </a:extLst>
                </a:gridCol>
              </a:tblGrid>
              <a:tr h="370840">
                <a:tc>
                  <a:txBody>
                    <a:bodyPr/>
                    <a:lstStyle/>
                    <a:p>
                      <a:pPr algn="ctr"/>
                      <a:r>
                        <a:rPr lang="en-US" sz="3000" b="1" dirty="0">
                          <a:latin typeface="EB Garamond" pitchFamily="2" charset="0"/>
                          <a:ea typeface="EB Garamond" pitchFamily="2" charset="0"/>
                        </a:rPr>
                        <a:t>Wildfire Data</a:t>
                      </a:r>
                    </a:p>
                  </a:txBody>
                  <a:tcPr/>
                </a:tc>
                <a:tc>
                  <a:txBody>
                    <a:bodyPr/>
                    <a:lstStyle/>
                    <a:p>
                      <a:pPr algn="ctr"/>
                      <a:r>
                        <a:rPr lang="en-US" sz="3000" dirty="0">
                          <a:latin typeface="EB Garamond" pitchFamily="2" charset="0"/>
                          <a:ea typeface="EB Garamond" pitchFamily="2" charset="0"/>
                        </a:rPr>
                        <a:t>Conflict Data</a:t>
                      </a:r>
                    </a:p>
                  </a:txBody>
                  <a:tcPr/>
                </a:tc>
                <a:extLst>
                  <a:ext uri="{0D108BD9-81ED-4DB2-BD59-A6C34878D82A}">
                    <a16:rowId xmlns:a16="http://schemas.microsoft.com/office/drawing/2014/main" val="2254412491"/>
                  </a:ext>
                </a:extLst>
              </a:tr>
              <a:tr h="370840">
                <a:tc>
                  <a:txBody>
                    <a:bodyPr/>
                    <a:lstStyle/>
                    <a:p>
                      <a:pPr algn="ctr"/>
                      <a:r>
                        <a:rPr lang="en-US" sz="3000" b="0" i="0" u="none" strike="noStrike" cap="none" dirty="0">
                          <a:solidFill>
                            <a:schemeClr val="accent6"/>
                          </a:solidFill>
                          <a:effectLst/>
                          <a:latin typeface="EB Garamond" pitchFamily="2" charset="0"/>
                          <a:ea typeface="EB Garamond" pitchFamily="2" charset="0"/>
                          <a:cs typeface="+mn-cs"/>
                          <a:sym typeface="Arial"/>
                        </a:rPr>
                        <a:t>NASA VIIRS MODIS satellite detections</a:t>
                      </a:r>
                      <a:endParaRPr lang="en-US" sz="3000" dirty="0">
                        <a:solidFill>
                          <a:schemeClr val="accent6"/>
                        </a:solidFill>
                        <a:latin typeface="EB Garamond" pitchFamily="2" charset="0"/>
                        <a:ea typeface="EB Garamond" pitchFamily="2" charset="0"/>
                      </a:endParaRPr>
                    </a:p>
                  </a:txBody>
                  <a:tcPr/>
                </a:tc>
                <a:tc>
                  <a:txBody>
                    <a:bodyPr/>
                    <a:lstStyle/>
                    <a:p>
                      <a:pPr algn="ctr"/>
                      <a:r>
                        <a:rPr lang="en-US" sz="3000" b="0" i="0" u="none" strike="noStrike" cap="none" dirty="0">
                          <a:solidFill>
                            <a:schemeClr val="accent6"/>
                          </a:solidFill>
                          <a:effectLst/>
                          <a:latin typeface="EB Garamond" pitchFamily="2" charset="0"/>
                          <a:ea typeface="EB Garamond" pitchFamily="2" charset="0"/>
                          <a:cs typeface="+mn-cs"/>
                          <a:sym typeface="Arial"/>
                        </a:rPr>
                        <a:t>ACLED georeferenced conflict events</a:t>
                      </a:r>
                      <a:endParaRPr lang="en-US" sz="3000" dirty="0">
                        <a:solidFill>
                          <a:schemeClr val="accent6"/>
                        </a:solidFill>
                        <a:latin typeface="EB Garamond" pitchFamily="2" charset="0"/>
                        <a:ea typeface="EB Garamond" pitchFamily="2" charset="0"/>
                      </a:endParaRPr>
                    </a:p>
                  </a:txBody>
                  <a:tcPr/>
                </a:tc>
                <a:extLst>
                  <a:ext uri="{0D108BD9-81ED-4DB2-BD59-A6C34878D82A}">
                    <a16:rowId xmlns:a16="http://schemas.microsoft.com/office/drawing/2014/main" val="3362878155"/>
                  </a:ext>
                </a:extLst>
              </a:tr>
              <a:tr h="370840">
                <a:tc>
                  <a:txBody>
                    <a:bodyPr/>
                    <a:lstStyle/>
                    <a:p>
                      <a:pPr algn="ctr"/>
                      <a:r>
                        <a:rPr lang="en-US" sz="3000" b="0" i="0" u="none" strike="noStrike" cap="none" dirty="0">
                          <a:solidFill>
                            <a:schemeClr val="accent6"/>
                          </a:solidFill>
                          <a:effectLst/>
                          <a:latin typeface="EB Garamond" pitchFamily="2" charset="0"/>
                          <a:ea typeface="EB Garamond" pitchFamily="2" charset="0"/>
                          <a:cs typeface="+mn-cs"/>
                          <a:sym typeface="Arial"/>
                        </a:rPr>
                        <a:t>Nov 2000 – Feb 2026</a:t>
                      </a:r>
                      <a:endParaRPr lang="en-US" sz="3000" dirty="0">
                        <a:solidFill>
                          <a:schemeClr val="accent6"/>
                        </a:solidFill>
                        <a:latin typeface="EB Garamond" pitchFamily="2" charset="0"/>
                        <a:ea typeface="EB Garamond" pitchFamily="2" charset="0"/>
                      </a:endParaRPr>
                    </a:p>
                  </a:txBody>
                  <a:tcPr/>
                </a:tc>
                <a:tc>
                  <a:txBody>
                    <a:bodyPr/>
                    <a:lstStyle/>
                    <a:p>
                      <a:pPr algn="ctr"/>
                      <a:r>
                        <a:rPr lang="en-US" sz="3000" b="0" i="0" u="none" strike="noStrike" cap="none" dirty="0">
                          <a:solidFill>
                            <a:schemeClr val="accent6"/>
                          </a:solidFill>
                          <a:effectLst/>
                          <a:latin typeface="EB Garamond" pitchFamily="2" charset="0"/>
                          <a:ea typeface="EB Garamond" pitchFamily="2" charset="0"/>
                          <a:cs typeface="+mn-cs"/>
                          <a:sym typeface="Arial"/>
                        </a:rPr>
                        <a:t>2015 – 2026</a:t>
                      </a:r>
                      <a:endParaRPr lang="en-US" sz="3000" dirty="0">
                        <a:solidFill>
                          <a:schemeClr val="accent6"/>
                        </a:solidFill>
                        <a:latin typeface="EB Garamond" pitchFamily="2" charset="0"/>
                        <a:ea typeface="EB Garamond" pitchFamily="2" charset="0"/>
                      </a:endParaRPr>
                    </a:p>
                  </a:txBody>
                  <a:tcPr/>
                </a:tc>
                <a:extLst>
                  <a:ext uri="{0D108BD9-81ED-4DB2-BD59-A6C34878D82A}">
                    <a16:rowId xmlns:a16="http://schemas.microsoft.com/office/drawing/2014/main" val="1502310357"/>
                  </a:ext>
                </a:extLst>
              </a:tr>
              <a:tr h="370840">
                <a:tc>
                  <a:txBody>
                    <a:bodyPr/>
                    <a:lstStyle/>
                    <a:p>
                      <a:pPr algn="ctr"/>
                      <a:r>
                        <a:rPr lang="en-US" sz="3000" b="0" i="0" u="none" strike="noStrike" cap="none" dirty="0">
                          <a:solidFill>
                            <a:schemeClr val="accent6"/>
                          </a:solidFill>
                          <a:effectLst/>
                          <a:latin typeface="EB Garamond" pitchFamily="2" charset="0"/>
                          <a:ea typeface="EB Garamond" pitchFamily="2" charset="0"/>
                          <a:cs typeface="+mn-cs"/>
                          <a:sym typeface="Arial"/>
                        </a:rPr>
                        <a:t>Point-level fire detections → aggregated to district-month</a:t>
                      </a:r>
                      <a:endParaRPr lang="en-US" sz="3000" dirty="0">
                        <a:solidFill>
                          <a:schemeClr val="accent6"/>
                        </a:solidFill>
                        <a:latin typeface="EB Garamond" pitchFamily="2" charset="0"/>
                        <a:ea typeface="EB Garamond" pitchFamily="2" charset="0"/>
                      </a:endParaRPr>
                    </a:p>
                  </a:txBody>
                  <a:tcPr/>
                </a:tc>
                <a:tc>
                  <a:txBody>
                    <a:bodyPr/>
                    <a:lstStyle/>
                    <a:p>
                      <a:pPr algn="ctr"/>
                      <a:r>
                        <a:rPr lang="en-US" sz="3000" b="0" i="0" u="none" strike="noStrike" cap="none" dirty="0">
                          <a:solidFill>
                            <a:schemeClr val="accent6"/>
                          </a:solidFill>
                          <a:effectLst/>
                          <a:latin typeface="EB Garamond" pitchFamily="2" charset="0"/>
                          <a:ea typeface="EB Garamond" pitchFamily="2" charset="0"/>
                          <a:cs typeface="+mn-cs"/>
                          <a:sym typeface="Arial"/>
                        </a:rPr>
                        <a:t>Weekly events → aggregated to district-month</a:t>
                      </a:r>
                      <a:endParaRPr lang="en-US" sz="3000" dirty="0">
                        <a:solidFill>
                          <a:schemeClr val="accent6"/>
                        </a:solidFill>
                        <a:latin typeface="EB Garamond" pitchFamily="2" charset="0"/>
                        <a:ea typeface="EB Garamond" pitchFamily="2" charset="0"/>
                      </a:endParaRPr>
                    </a:p>
                  </a:txBody>
                  <a:tcPr/>
                </a:tc>
                <a:extLst>
                  <a:ext uri="{0D108BD9-81ED-4DB2-BD59-A6C34878D82A}">
                    <a16:rowId xmlns:a16="http://schemas.microsoft.com/office/drawing/2014/main" val="226907111"/>
                  </a:ext>
                </a:extLst>
              </a:tr>
              <a:tr h="370840">
                <a:tc>
                  <a:txBody>
                    <a:bodyPr/>
                    <a:lstStyle/>
                    <a:p>
                      <a:pPr algn="ctr"/>
                      <a:r>
                        <a:rPr lang="en-US" sz="3000" b="0" i="0" u="none" strike="noStrike" cap="none" dirty="0">
                          <a:solidFill>
                            <a:schemeClr val="accent6"/>
                          </a:solidFill>
                          <a:effectLst/>
                          <a:latin typeface="EB Garamond" pitchFamily="2" charset="0"/>
                          <a:ea typeface="EB Garamond" pitchFamily="2" charset="0"/>
                          <a:cs typeface="+mn-cs"/>
                          <a:sym typeface="Arial"/>
                        </a:rPr>
                        <a:t>Confidence filter: high/nominal only</a:t>
                      </a:r>
                      <a:endParaRPr lang="en-US" sz="3000" dirty="0">
                        <a:solidFill>
                          <a:schemeClr val="accent6"/>
                        </a:solidFill>
                        <a:latin typeface="EB Garamond" pitchFamily="2" charset="0"/>
                        <a:ea typeface="EB Garamond" pitchFamily="2" charset="0"/>
                      </a:endParaRPr>
                    </a:p>
                  </a:txBody>
                  <a:tcPr/>
                </a:tc>
                <a:tc>
                  <a:txBody>
                    <a:bodyPr/>
                    <a:lstStyle/>
                    <a:p>
                      <a:pPr algn="ctr"/>
                      <a:r>
                        <a:rPr lang="en-US" sz="3000" b="0" i="0" u="none" strike="noStrike" cap="none" dirty="0">
                          <a:solidFill>
                            <a:schemeClr val="accent6"/>
                          </a:solidFill>
                          <a:effectLst/>
                          <a:latin typeface="EB Garamond" pitchFamily="2" charset="0"/>
                          <a:ea typeface="EB Garamond" pitchFamily="2" charset="0"/>
                          <a:cs typeface="+mn-cs"/>
                          <a:sym typeface="Arial"/>
                        </a:rPr>
                        <a:t>Event types: battles, riots, Violence Against Civilians, protests</a:t>
                      </a:r>
                      <a:endParaRPr lang="en-US" sz="3000" dirty="0">
                        <a:solidFill>
                          <a:schemeClr val="accent6"/>
                        </a:solidFill>
                        <a:latin typeface="EB Garamond" pitchFamily="2" charset="0"/>
                        <a:ea typeface="EB Garamond" pitchFamily="2" charset="0"/>
                      </a:endParaRPr>
                    </a:p>
                  </a:txBody>
                  <a:tcPr/>
                </a:tc>
                <a:extLst>
                  <a:ext uri="{0D108BD9-81ED-4DB2-BD59-A6C34878D82A}">
                    <a16:rowId xmlns:a16="http://schemas.microsoft.com/office/drawing/2014/main" val="1401626728"/>
                  </a:ext>
                </a:extLst>
              </a:tr>
            </a:tbl>
          </a:graphicData>
        </a:graphic>
      </p:graphicFrame>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D732B9A1-ECB3-8035-04CB-62392BDCC428}"/>
                  </a:ext>
                </a:extLst>
              </p:cNvPr>
              <p:cNvSpPr txBox="1"/>
              <p:nvPr/>
            </p:nvSpPr>
            <p:spPr>
              <a:xfrm>
                <a:off x="12725653" y="11977084"/>
                <a:ext cx="11057861" cy="5863015"/>
              </a:xfrm>
              <a:prstGeom prst="rect">
                <a:avLst/>
              </a:prstGeom>
              <a:noFill/>
              <a:ln w="19050">
                <a:solidFill>
                  <a:schemeClr val="tx2"/>
                </a:solidFill>
              </a:ln>
            </p:spPr>
            <p:txBody>
              <a:bodyPr wrap="square" rtlCol="0">
                <a:spAutoFit/>
              </a:bodyPr>
              <a:lstStyle/>
              <a:p>
                <a:pPr algn="ctr"/>
                <a:endParaRPr lang="en-US" sz="2000" b="1" dirty="0">
                  <a:solidFill>
                    <a:schemeClr val="bg2"/>
                  </a:solidFill>
                  <a:latin typeface="EB Garamond" pitchFamily="2" charset="0"/>
                  <a:ea typeface="EB Garamond" pitchFamily="2" charset="0"/>
                </a:endParaRPr>
              </a:p>
              <a:p>
                <a:pPr algn="ctr"/>
                <a:r>
                  <a:rPr lang="en-US" sz="3000" b="1" dirty="0">
                    <a:solidFill>
                      <a:schemeClr val="bg2"/>
                    </a:solidFill>
                    <a:latin typeface="EB Garamond" pitchFamily="2" charset="0"/>
                    <a:ea typeface="EB Garamond" pitchFamily="2" charset="0"/>
                  </a:rPr>
                  <a:t>Econometric Strategy</a:t>
                </a:r>
                <a:endParaRPr lang="en-US" sz="3000" dirty="0">
                  <a:solidFill>
                    <a:schemeClr val="accent6"/>
                  </a:solidFill>
                  <a:latin typeface="EB Garamond" pitchFamily="2" charset="0"/>
                  <a:ea typeface="EB Garamond" pitchFamily="2" charset="0"/>
                </a:endParaRPr>
              </a:p>
              <a:p>
                <a:pPr algn="ctr"/>
                <a:endParaRPr lang="en-US" sz="3000" dirty="0">
                  <a:solidFill>
                    <a:schemeClr val="accent6"/>
                  </a:solidFill>
                  <a:latin typeface="EB Garamond" pitchFamily="2" charset="0"/>
                  <a:ea typeface="EB Garamond" pitchFamily="2" charset="0"/>
                </a:endParaRPr>
              </a:p>
              <a:p>
                <a:pPr algn="ctr"/>
                <a14:m>
                  <m:oMathPara xmlns:m="http://schemas.openxmlformats.org/officeDocument/2006/math">
                    <m:oMathParaPr>
                      <m:jc m:val="centerGroup"/>
                    </m:oMathParaPr>
                    <m:oMath xmlns:m="http://schemas.openxmlformats.org/officeDocument/2006/math">
                      <m:r>
                        <a:rPr lang="en-US" sz="3000" i="1" dirty="0" smtClean="0">
                          <a:solidFill>
                            <a:schemeClr val="accent6"/>
                          </a:solidFill>
                          <a:latin typeface="Cambria Math" panose="02040503050406030204" pitchFamily="18" charset="0"/>
                          <a:ea typeface="EB Garamond" pitchFamily="2" charset="0"/>
                        </a:rPr>
                        <m:t>   </m:t>
                      </m:r>
                      <m:r>
                        <a:rPr lang="en-US" sz="3000" b="0" i="1" smtClean="0">
                          <a:solidFill>
                            <a:schemeClr val="accent6"/>
                          </a:solidFill>
                          <a:latin typeface="Cambria Math" panose="02040503050406030204" pitchFamily="18" charset="0"/>
                          <a:ea typeface="EB Garamond" pitchFamily="2" charset="0"/>
                        </a:rPr>
                        <m:t>𝐶𝑜𝑛𝑓𝑙𝑖𝑐</m:t>
                      </m:r>
                      <m:sSub>
                        <m:sSubPr>
                          <m:ctrlPr>
                            <a:rPr lang="en-US" sz="3000" b="0" i="1" smtClean="0">
                              <a:solidFill>
                                <a:schemeClr val="accent6"/>
                              </a:solidFill>
                              <a:latin typeface="Cambria Math" panose="02040503050406030204" pitchFamily="18" charset="0"/>
                              <a:ea typeface="EB Garamond" pitchFamily="2" charset="0"/>
                            </a:rPr>
                          </m:ctrlPr>
                        </m:sSubPr>
                        <m:e>
                          <m:r>
                            <a:rPr lang="en-US" sz="3000" b="0" i="1" smtClean="0">
                              <a:solidFill>
                                <a:schemeClr val="accent6"/>
                              </a:solidFill>
                              <a:latin typeface="Cambria Math" panose="02040503050406030204" pitchFamily="18" charset="0"/>
                              <a:ea typeface="EB Garamond" pitchFamily="2" charset="0"/>
                            </a:rPr>
                            <m:t>𝑡</m:t>
                          </m:r>
                        </m:e>
                        <m:sub>
                          <m:d>
                            <m:dPr>
                              <m:begChr m:val="{"/>
                              <m:endChr m:val="}"/>
                              <m:ctrlPr>
                                <a:rPr lang="en-US" sz="3000" b="0" i="1" smtClean="0">
                                  <a:solidFill>
                                    <a:schemeClr val="accent6"/>
                                  </a:solidFill>
                                  <a:latin typeface="Cambria Math" panose="02040503050406030204" pitchFamily="18" charset="0"/>
                                  <a:ea typeface="EB Garamond" pitchFamily="2" charset="0"/>
                                </a:rPr>
                              </m:ctrlPr>
                            </m:dPr>
                            <m:e>
                              <m:r>
                                <a:rPr lang="en-US" sz="3000" b="0" i="1" smtClean="0">
                                  <a:solidFill>
                                    <a:schemeClr val="accent6"/>
                                  </a:solidFill>
                                  <a:latin typeface="Cambria Math" panose="02040503050406030204" pitchFamily="18" charset="0"/>
                                  <a:ea typeface="EB Garamond" pitchFamily="2" charset="0"/>
                                </a:rPr>
                                <m:t>𝑖𝑡</m:t>
                              </m:r>
                            </m:e>
                          </m:d>
                        </m:sub>
                      </m:sSub>
                      <m:r>
                        <a:rPr lang="en-US" sz="3000" b="0" i="1" smtClean="0">
                          <a:solidFill>
                            <a:schemeClr val="accent6"/>
                          </a:solidFill>
                          <a:latin typeface="Cambria Math" panose="02040503050406030204" pitchFamily="18" charset="0"/>
                          <a:ea typeface="EB Garamond" pitchFamily="2" charset="0"/>
                        </a:rPr>
                        <m:t>=</m:t>
                      </m:r>
                      <m:sSub>
                        <m:sSubPr>
                          <m:ctrlPr>
                            <a:rPr lang="en-US" sz="3000" b="0" i="1" smtClean="0">
                              <a:solidFill>
                                <a:schemeClr val="accent6"/>
                              </a:solidFill>
                              <a:latin typeface="Cambria Math" panose="02040503050406030204" pitchFamily="18" charset="0"/>
                              <a:ea typeface="EB Garamond" pitchFamily="2" charset="0"/>
                            </a:rPr>
                          </m:ctrlPr>
                        </m:sSubPr>
                        <m:e>
                          <m:r>
                            <a:rPr lang="en-US" sz="3000" b="0" i="1" smtClean="0">
                              <a:solidFill>
                                <a:schemeClr val="accent6"/>
                              </a:solidFill>
                              <a:latin typeface="Cambria Math" panose="02040503050406030204" pitchFamily="18" charset="0"/>
                              <a:ea typeface="EB Garamond" pitchFamily="2" charset="0"/>
                            </a:rPr>
                            <m:t>𝛽</m:t>
                          </m:r>
                        </m:e>
                        <m:sub>
                          <m:r>
                            <a:rPr lang="en-US" sz="3000" b="0" i="1" smtClean="0">
                              <a:solidFill>
                                <a:schemeClr val="accent6"/>
                              </a:solidFill>
                              <a:latin typeface="Cambria Math" panose="02040503050406030204" pitchFamily="18" charset="0"/>
                              <a:ea typeface="EB Garamond" pitchFamily="2" charset="0"/>
                            </a:rPr>
                            <m:t>1</m:t>
                          </m:r>
                        </m:sub>
                      </m:sSub>
                      <m:r>
                        <a:rPr lang="en-US" sz="3000" b="0" i="1" smtClean="0">
                          <a:solidFill>
                            <a:schemeClr val="accent6"/>
                          </a:solidFill>
                          <a:latin typeface="Cambria Math" panose="02040503050406030204" pitchFamily="18" charset="0"/>
                          <a:ea typeface="Cambria Math" panose="02040503050406030204" pitchFamily="18" charset="0"/>
                        </a:rPr>
                        <m:t>× </m:t>
                      </m:r>
                      <m:r>
                        <a:rPr lang="en-US" sz="3000" b="0" i="1" smtClean="0">
                          <a:solidFill>
                            <a:schemeClr val="accent6"/>
                          </a:solidFill>
                          <a:latin typeface="Cambria Math" panose="02040503050406030204" pitchFamily="18" charset="0"/>
                          <a:ea typeface="EB Garamond" pitchFamily="2" charset="0"/>
                        </a:rPr>
                        <m:t>𝐹𝑖𝑟𝑒</m:t>
                      </m:r>
                      <m:sSub>
                        <m:sSubPr>
                          <m:ctrlPr>
                            <a:rPr lang="en-US" sz="3000" b="0" i="1" smtClean="0">
                              <a:solidFill>
                                <a:schemeClr val="accent6"/>
                              </a:solidFill>
                              <a:latin typeface="Cambria Math" panose="02040503050406030204" pitchFamily="18" charset="0"/>
                              <a:ea typeface="EB Garamond" pitchFamily="2" charset="0"/>
                            </a:rPr>
                          </m:ctrlPr>
                        </m:sSubPr>
                        <m:e>
                          <m:r>
                            <a:rPr lang="en-US" sz="3000" b="0" i="1" smtClean="0">
                              <a:solidFill>
                                <a:schemeClr val="accent6"/>
                              </a:solidFill>
                              <a:latin typeface="Cambria Math" panose="02040503050406030204" pitchFamily="18" charset="0"/>
                              <a:ea typeface="EB Garamond" pitchFamily="2" charset="0"/>
                            </a:rPr>
                            <m:t>𝑠</m:t>
                          </m:r>
                        </m:e>
                        <m:sub>
                          <m:d>
                            <m:dPr>
                              <m:begChr m:val="{"/>
                              <m:endChr m:val="}"/>
                              <m:ctrlPr>
                                <a:rPr lang="en-US" sz="3000" b="0" i="1" smtClean="0">
                                  <a:solidFill>
                                    <a:schemeClr val="accent6"/>
                                  </a:solidFill>
                                  <a:latin typeface="Cambria Math" panose="02040503050406030204" pitchFamily="18" charset="0"/>
                                  <a:ea typeface="EB Garamond" pitchFamily="2" charset="0"/>
                                </a:rPr>
                              </m:ctrlPr>
                            </m:dPr>
                            <m:e>
                              <m:r>
                                <a:rPr lang="en-US" sz="3000" b="0" i="1" smtClean="0">
                                  <a:solidFill>
                                    <a:schemeClr val="accent6"/>
                                  </a:solidFill>
                                  <a:latin typeface="Cambria Math" panose="02040503050406030204" pitchFamily="18" charset="0"/>
                                  <a:ea typeface="EB Garamond" pitchFamily="2" charset="0"/>
                                </a:rPr>
                                <m:t>𝑖𝑡</m:t>
                              </m:r>
                            </m:e>
                          </m:d>
                        </m:sub>
                      </m:sSub>
                      <m:r>
                        <a:rPr lang="en-US" sz="3000" b="0" i="1" smtClean="0">
                          <a:solidFill>
                            <a:schemeClr val="accent6"/>
                          </a:solidFill>
                          <a:latin typeface="Cambria Math" panose="02040503050406030204" pitchFamily="18" charset="0"/>
                          <a:ea typeface="EB Garamond" pitchFamily="2" charset="0"/>
                        </a:rPr>
                        <m:t>+</m:t>
                      </m:r>
                      <m:sSub>
                        <m:sSubPr>
                          <m:ctrlPr>
                            <a:rPr lang="en-US" sz="3000" i="1">
                              <a:solidFill>
                                <a:schemeClr val="accent6"/>
                              </a:solidFill>
                              <a:latin typeface="Cambria Math" panose="02040503050406030204" pitchFamily="18" charset="0"/>
                              <a:ea typeface="EB Garamond" pitchFamily="2" charset="0"/>
                            </a:rPr>
                          </m:ctrlPr>
                        </m:sSubPr>
                        <m:e>
                          <m:r>
                            <a:rPr lang="en-US" sz="3000" i="1">
                              <a:solidFill>
                                <a:schemeClr val="accent6"/>
                              </a:solidFill>
                              <a:latin typeface="Cambria Math" panose="02040503050406030204" pitchFamily="18" charset="0"/>
                              <a:ea typeface="EB Garamond" pitchFamily="2" charset="0"/>
                            </a:rPr>
                            <m:t>𝛽</m:t>
                          </m:r>
                        </m:e>
                        <m:sub>
                          <m:r>
                            <a:rPr lang="en-US" sz="3000" b="0" i="1" smtClean="0">
                              <a:solidFill>
                                <a:schemeClr val="accent6"/>
                              </a:solidFill>
                              <a:latin typeface="Cambria Math" panose="02040503050406030204" pitchFamily="18" charset="0"/>
                              <a:ea typeface="EB Garamond" pitchFamily="2" charset="0"/>
                            </a:rPr>
                            <m:t>2</m:t>
                          </m:r>
                        </m:sub>
                      </m:sSub>
                      <m:r>
                        <a:rPr lang="en-US" sz="3000" i="1">
                          <a:solidFill>
                            <a:schemeClr val="accent6"/>
                          </a:solidFill>
                          <a:latin typeface="Cambria Math" panose="02040503050406030204" pitchFamily="18" charset="0"/>
                          <a:ea typeface="Cambria Math" panose="02040503050406030204" pitchFamily="18" charset="0"/>
                        </a:rPr>
                        <m:t>×</m:t>
                      </m:r>
                      <m:r>
                        <a:rPr lang="en-US" sz="3000" b="0" i="1" smtClean="0">
                          <a:solidFill>
                            <a:schemeClr val="accent6"/>
                          </a:solidFill>
                          <a:latin typeface="Cambria Math" panose="02040503050406030204" pitchFamily="18" charset="0"/>
                          <a:ea typeface="Cambria Math" panose="02040503050406030204" pitchFamily="18" charset="0"/>
                        </a:rPr>
                        <m:t> </m:t>
                      </m:r>
                      <m:r>
                        <a:rPr lang="en-US" sz="3000" b="0" i="1" smtClean="0">
                          <a:solidFill>
                            <a:schemeClr val="accent6"/>
                          </a:solidFill>
                          <a:latin typeface="Cambria Math" panose="02040503050406030204" pitchFamily="18" charset="0"/>
                          <a:ea typeface="EB Garamond" pitchFamily="2" charset="0"/>
                        </a:rPr>
                        <m:t>𝑊𝑒𝑙𝑙𝑏𝑒𝑖𝑛</m:t>
                      </m:r>
                      <m:sSub>
                        <m:sSubPr>
                          <m:ctrlPr>
                            <a:rPr lang="en-US" sz="3000" b="0" i="1" smtClean="0">
                              <a:solidFill>
                                <a:schemeClr val="accent6"/>
                              </a:solidFill>
                              <a:latin typeface="Cambria Math" panose="02040503050406030204" pitchFamily="18" charset="0"/>
                              <a:ea typeface="EB Garamond" pitchFamily="2" charset="0"/>
                            </a:rPr>
                          </m:ctrlPr>
                        </m:sSubPr>
                        <m:e>
                          <m:r>
                            <a:rPr lang="en-US" sz="3000" b="0" i="1" smtClean="0">
                              <a:solidFill>
                                <a:schemeClr val="accent6"/>
                              </a:solidFill>
                              <a:latin typeface="Cambria Math" panose="02040503050406030204" pitchFamily="18" charset="0"/>
                              <a:ea typeface="EB Garamond" pitchFamily="2" charset="0"/>
                            </a:rPr>
                            <m:t>𝑔</m:t>
                          </m:r>
                        </m:e>
                        <m:sub>
                          <m:d>
                            <m:dPr>
                              <m:begChr m:val="{"/>
                              <m:endChr m:val="}"/>
                              <m:ctrlPr>
                                <a:rPr lang="en-US" sz="3000" b="0" i="1" smtClean="0">
                                  <a:solidFill>
                                    <a:schemeClr val="accent6"/>
                                  </a:solidFill>
                                  <a:latin typeface="Cambria Math" panose="02040503050406030204" pitchFamily="18" charset="0"/>
                                  <a:ea typeface="EB Garamond" pitchFamily="2" charset="0"/>
                                </a:rPr>
                              </m:ctrlPr>
                            </m:dPr>
                            <m:e>
                              <m:r>
                                <a:rPr lang="en-US" sz="3000" b="0" i="1" smtClean="0">
                                  <a:solidFill>
                                    <a:schemeClr val="accent6"/>
                                  </a:solidFill>
                                  <a:latin typeface="Cambria Math" panose="02040503050406030204" pitchFamily="18" charset="0"/>
                                  <a:ea typeface="EB Garamond" pitchFamily="2" charset="0"/>
                                </a:rPr>
                                <m:t>𝑖𝑡</m:t>
                              </m:r>
                            </m:e>
                          </m:d>
                        </m:sub>
                      </m:sSub>
                      <m:r>
                        <a:rPr lang="en-US" sz="3000" b="0" i="1" smtClean="0">
                          <a:solidFill>
                            <a:schemeClr val="accent6"/>
                          </a:solidFill>
                          <a:latin typeface="Cambria Math" panose="02040503050406030204" pitchFamily="18" charset="0"/>
                          <a:ea typeface="EB Garamond" pitchFamily="2" charset="0"/>
                        </a:rPr>
                        <m:t>+</m:t>
                      </m:r>
                      <m:sSub>
                        <m:sSubPr>
                          <m:ctrlPr>
                            <a:rPr lang="en-US" sz="3000" b="0" i="1" smtClean="0">
                              <a:solidFill>
                                <a:schemeClr val="accent6"/>
                              </a:solidFill>
                              <a:latin typeface="Cambria Math" panose="02040503050406030204" pitchFamily="18" charset="0"/>
                              <a:ea typeface="EB Garamond" pitchFamily="2" charset="0"/>
                            </a:rPr>
                          </m:ctrlPr>
                        </m:sSubPr>
                        <m:e>
                          <m:r>
                            <a:rPr lang="en-US" sz="3000" b="0" i="1" smtClean="0">
                              <a:solidFill>
                                <a:schemeClr val="accent6"/>
                              </a:solidFill>
                              <a:latin typeface="Cambria Math" panose="02040503050406030204" pitchFamily="18" charset="0"/>
                              <a:ea typeface="EB Garamond" pitchFamily="2" charset="0"/>
                            </a:rPr>
                            <m:t>𝛼</m:t>
                          </m:r>
                        </m:e>
                        <m:sub>
                          <m:r>
                            <a:rPr lang="en-US" sz="3000" b="0" i="1" smtClean="0">
                              <a:solidFill>
                                <a:schemeClr val="accent6"/>
                              </a:solidFill>
                              <a:latin typeface="Cambria Math" panose="02040503050406030204" pitchFamily="18" charset="0"/>
                              <a:ea typeface="EB Garamond" pitchFamily="2" charset="0"/>
                            </a:rPr>
                            <m:t>𝑖</m:t>
                          </m:r>
                        </m:sub>
                      </m:sSub>
                      <m:r>
                        <a:rPr lang="en-US" sz="3000" b="0" i="1" smtClean="0">
                          <a:solidFill>
                            <a:schemeClr val="accent6"/>
                          </a:solidFill>
                          <a:latin typeface="Cambria Math" panose="02040503050406030204" pitchFamily="18" charset="0"/>
                          <a:ea typeface="EB Garamond" pitchFamily="2" charset="0"/>
                        </a:rPr>
                        <m:t>+</m:t>
                      </m:r>
                      <m:sSub>
                        <m:sSubPr>
                          <m:ctrlPr>
                            <a:rPr lang="en-US" sz="3000" b="0" i="1" smtClean="0">
                              <a:solidFill>
                                <a:schemeClr val="accent6"/>
                              </a:solidFill>
                              <a:latin typeface="Cambria Math" panose="02040503050406030204" pitchFamily="18" charset="0"/>
                              <a:ea typeface="EB Garamond" pitchFamily="2" charset="0"/>
                            </a:rPr>
                          </m:ctrlPr>
                        </m:sSubPr>
                        <m:e>
                          <m:r>
                            <a:rPr lang="en-US" sz="3000" b="0" i="1" smtClean="0">
                              <a:solidFill>
                                <a:schemeClr val="accent6"/>
                              </a:solidFill>
                              <a:latin typeface="Cambria Math" panose="02040503050406030204" pitchFamily="18" charset="0"/>
                              <a:ea typeface="EB Garamond" pitchFamily="2" charset="0"/>
                            </a:rPr>
                            <m:t>𝛾</m:t>
                          </m:r>
                        </m:e>
                        <m:sub>
                          <m:d>
                            <m:dPr>
                              <m:begChr m:val="{"/>
                              <m:endChr m:val="}"/>
                              <m:ctrlPr>
                                <a:rPr lang="en-US" sz="3000" b="0" i="1" smtClean="0">
                                  <a:solidFill>
                                    <a:schemeClr val="accent6"/>
                                  </a:solidFill>
                                  <a:latin typeface="Cambria Math" panose="02040503050406030204" pitchFamily="18" charset="0"/>
                                  <a:ea typeface="EB Garamond" pitchFamily="2" charset="0"/>
                                </a:rPr>
                              </m:ctrlPr>
                            </m:dPr>
                            <m:e>
                              <m:r>
                                <a:rPr lang="en-US" sz="3000" b="0" i="1" smtClean="0">
                                  <a:solidFill>
                                    <a:schemeClr val="accent6"/>
                                  </a:solidFill>
                                  <a:latin typeface="Cambria Math" panose="02040503050406030204" pitchFamily="18" charset="0"/>
                                  <a:ea typeface="EB Garamond" pitchFamily="2" charset="0"/>
                                </a:rPr>
                                <m:t>𝑡</m:t>
                              </m:r>
                            </m:e>
                          </m:d>
                        </m:sub>
                      </m:sSub>
                      <m:r>
                        <a:rPr lang="en-US" sz="3000" b="0" i="1" smtClean="0">
                          <a:solidFill>
                            <a:schemeClr val="accent6"/>
                          </a:solidFill>
                          <a:latin typeface="Cambria Math" panose="02040503050406030204" pitchFamily="18" charset="0"/>
                          <a:ea typeface="EB Garamond" pitchFamily="2" charset="0"/>
                        </a:rPr>
                        <m:t>+</m:t>
                      </m:r>
                      <m:sSub>
                        <m:sSubPr>
                          <m:ctrlPr>
                            <a:rPr lang="en-US" sz="3000" b="0" i="1" smtClean="0">
                              <a:solidFill>
                                <a:schemeClr val="accent6"/>
                              </a:solidFill>
                              <a:latin typeface="Cambria Math" panose="02040503050406030204" pitchFamily="18" charset="0"/>
                              <a:ea typeface="EB Garamond" pitchFamily="2" charset="0"/>
                            </a:rPr>
                          </m:ctrlPr>
                        </m:sSubPr>
                        <m:e>
                          <m:r>
                            <a:rPr lang="en-US" sz="3000" b="0" i="1" smtClean="0">
                              <a:solidFill>
                                <a:schemeClr val="accent6"/>
                              </a:solidFill>
                              <a:latin typeface="Cambria Math" panose="02040503050406030204" pitchFamily="18" charset="0"/>
                              <a:ea typeface="EB Garamond" pitchFamily="2" charset="0"/>
                            </a:rPr>
                            <m:t>𝜖</m:t>
                          </m:r>
                        </m:e>
                        <m:sub>
                          <m:r>
                            <a:rPr lang="en-US" sz="3000" b="0" i="1" smtClean="0">
                              <a:solidFill>
                                <a:schemeClr val="accent6"/>
                              </a:solidFill>
                              <a:latin typeface="Cambria Math" panose="02040503050406030204" pitchFamily="18" charset="0"/>
                              <a:ea typeface="EB Garamond" pitchFamily="2" charset="0"/>
                            </a:rPr>
                            <m:t>𝑖𝑡</m:t>
                          </m:r>
                        </m:sub>
                      </m:sSub>
                    </m:oMath>
                  </m:oMathPara>
                </a14:m>
              </a:p>
              <a:p>
                <a:pPr algn="ctr"/>
                <a:endParaRPr lang="en-US" sz="1800" b="0" i="1" dirty="0">
                  <a:solidFill>
                    <a:schemeClr val="accent6"/>
                  </a:solidFill>
                  <a:latin typeface="Cambria Math" panose="02040503050406030204" pitchFamily="18" charset="0"/>
                  <a:ea typeface="EB Garamond" pitchFamily="2" charset="0"/>
                </a:endParaRPr>
              </a:p>
              <a:p>
                <a:pPr algn="ctr"/>
                <a14:m>
                  <m:oMathPara xmlns:m="http://schemas.openxmlformats.org/officeDocument/2006/math">
                    <m:oMathParaPr>
                      <m:jc m:val="center"/>
                    </m:oMathParaPr>
                    <m:oMath xmlns:m="http://schemas.openxmlformats.org/officeDocument/2006/math">
                      <m:r>
                        <a:rPr lang="en-US" sz="2000" b="0" i="1" smtClean="0">
                          <a:solidFill>
                            <a:schemeClr val="accent6"/>
                          </a:solidFill>
                          <a:latin typeface="Cambria Math" panose="02040503050406030204" pitchFamily="18" charset="0"/>
                          <a:ea typeface="EB Garamond" pitchFamily="2" charset="0"/>
                        </a:rPr>
                        <m:t>𝐶𝑜𝑛𝑓𝑙𝑖𝑐</m:t>
                      </m:r>
                      <m:sSub>
                        <m:sSubPr>
                          <m:ctrlPr>
                            <a:rPr lang="en-US" sz="2000" b="0" i="1" smtClean="0">
                              <a:solidFill>
                                <a:schemeClr val="accent6"/>
                              </a:solidFill>
                              <a:latin typeface="Cambria Math" panose="02040503050406030204" pitchFamily="18" charset="0"/>
                              <a:ea typeface="EB Garamond" pitchFamily="2" charset="0"/>
                            </a:rPr>
                          </m:ctrlPr>
                        </m:sSubPr>
                        <m:e>
                          <m:r>
                            <a:rPr lang="en-US" sz="2000" b="0" i="1" smtClean="0">
                              <a:solidFill>
                                <a:schemeClr val="accent6"/>
                              </a:solidFill>
                              <a:latin typeface="Cambria Math" panose="02040503050406030204" pitchFamily="18" charset="0"/>
                              <a:ea typeface="EB Garamond" pitchFamily="2" charset="0"/>
                            </a:rPr>
                            <m:t>𝑡</m:t>
                          </m:r>
                        </m:e>
                        <m:sub>
                          <m:d>
                            <m:dPr>
                              <m:begChr m:val="{"/>
                              <m:endChr m:val="}"/>
                              <m:ctrlPr>
                                <a:rPr lang="en-US" sz="2000" b="0" i="1" smtClean="0">
                                  <a:solidFill>
                                    <a:schemeClr val="accent6"/>
                                  </a:solidFill>
                                  <a:latin typeface="Cambria Math" panose="02040503050406030204" pitchFamily="18" charset="0"/>
                                  <a:ea typeface="EB Garamond" pitchFamily="2" charset="0"/>
                                </a:rPr>
                              </m:ctrlPr>
                            </m:dPr>
                            <m:e>
                              <m:r>
                                <a:rPr lang="en-US" sz="2000" b="0" i="1" smtClean="0">
                                  <a:solidFill>
                                    <a:schemeClr val="accent6"/>
                                  </a:solidFill>
                                  <a:latin typeface="Cambria Math" panose="02040503050406030204" pitchFamily="18" charset="0"/>
                                  <a:ea typeface="EB Garamond" pitchFamily="2" charset="0"/>
                                </a:rPr>
                                <m:t>𝑖𝑡</m:t>
                              </m:r>
                            </m:e>
                          </m:d>
                        </m:sub>
                      </m:sSub>
                      <m:r>
                        <a:rPr lang="en-US" sz="2000" b="0" i="1" smtClean="0">
                          <a:solidFill>
                            <a:schemeClr val="accent6"/>
                          </a:solidFill>
                          <a:latin typeface="Cambria Math" panose="02040503050406030204" pitchFamily="18" charset="0"/>
                          <a:ea typeface="EB Garamond" pitchFamily="2" charset="0"/>
                        </a:rPr>
                        <m:t>=</m:t>
                      </m:r>
                      <m:r>
                        <a:rPr lang="en-US" sz="2000" b="0" i="1" smtClean="0">
                          <a:solidFill>
                            <a:schemeClr val="accent6"/>
                          </a:solidFill>
                          <a:latin typeface="Cambria Math" panose="02040503050406030204" pitchFamily="18" charset="0"/>
                          <a:ea typeface="EB Garamond" pitchFamily="2" charset="0"/>
                        </a:rPr>
                        <m:t>𝑛𝑢𝑚𝑏𝑒𝑟</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𝑜𝑓</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𝑐𝑜𝑛𝑓𝑙𝑖𝑐𝑡</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𝑒𝑣𝑒𝑛𝑡𝑠</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𝑖𝑛</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𝑑𝑖𝑠𝑡𝑟𝑖𝑐𝑡</m:t>
                      </m:r>
                      <m:r>
                        <a:rPr lang="en-US" sz="2000" b="0" i="1" smtClean="0">
                          <a:solidFill>
                            <a:schemeClr val="accent6"/>
                          </a:solidFill>
                          <a:latin typeface="Cambria Math" panose="02040503050406030204" pitchFamily="18" charset="0"/>
                          <a:ea typeface="EB Garamond" pitchFamily="2" charset="0"/>
                        </a:rPr>
                        <m:t> </m:t>
                      </m:r>
                    </m:oMath>
                  </m:oMathPara>
                </a14:m>
                <a:endParaRPr lang="en-US" sz="2000" b="0" dirty="0">
                  <a:solidFill>
                    <a:schemeClr val="accent6"/>
                  </a:solidFill>
                  <a:latin typeface="EB Garamond" pitchFamily="2" charset="0"/>
                  <a:ea typeface="EB Garamond" pitchFamily="2" charset="0"/>
                </a:endParaRPr>
              </a:p>
              <a:p>
                <a:pPr algn="ctr"/>
                <a14:m>
                  <m:oMathPara xmlns:m="http://schemas.openxmlformats.org/officeDocument/2006/math">
                    <m:oMathParaPr>
                      <m:jc m:val="center"/>
                    </m:oMathParaPr>
                    <m:oMath xmlns:m="http://schemas.openxmlformats.org/officeDocument/2006/math">
                      <m:r>
                        <a:rPr lang="en-US" sz="2000" b="0" i="1" smtClean="0">
                          <a:solidFill>
                            <a:schemeClr val="accent6"/>
                          </a:solidFill>
                          <a:latin typeface="Cambria Math" panose="02040503050406030204" pitchFamily="18" charset="0"/>
                          <a:ea typeface="EB Garamond" pitchFamily="2" charset="0"/>
                        </a:rPr>
                        <m:t>𝐹𝑖𝑟𝑒</m:t>
                      </m:r>
                      <m:sSub>
                        <m:sSubPr>
                          <m:ctrlPr>
                            <a:rPr lang="en-US" sz="2000" b="0" i="1" smtClean="0">
                              <a:solidFill>
                                <a:schemeClr val="accent6"/>
                              </a:solidFill>
                              <a:latin typeface="Cambria Math" panose="02040503050406030204" pitchFamily="18" charset="0"/>
                              <a:ea typeface="EB Garamond" pitchFamily="2" charset="0"/>
                            </a:rPr>
                          </m:ctrlPr>
                        </m:sSubPr>
                        <m:e>
                          <m:r>
                            <a:rPr lang="en-US" sz="2000" b="0" i="1" smtClean="0">
                              <a:solidFill>
                                <a:schemeClr val="accent6"/>
                              </a:solidFill>
                              <a:latin typeface="Cambria Math" panose="02040503050406030204" pitchFamily="18" charset="0"/>
                              <a:ea typeface="EB Garamond" pitchFamily="2" charset="0"/>
                            </a:rPr>
                            <m:t>𝑠</m:t>
                          </m:r>
                        </m:e>
                        <m:sub>
                          <m:d>
                            <m:dPr>
                              <m:begChr m:val="{"/>
                              <m:endChr m:val="}"/>
                              <m:ctrlPr>
                                <a:rPr lang="en-US" sz="2000" b="0" i="1" smtClean="0">
                                  <a:solidFill>
                                    <a:schemeClr val="accent6"/>
                                  </a:solidFill>
                                  <a:latin typeface="Cambria Math" panose="02040503050406030204" pitchFamily="18" charset="0"/>
                                  <a:ea typeface="EB Garamond" pitchFamily="2" charset="0"/>
                                </a:rPr>
                              </m:ctrlPr>
                            </m:dPr>
                            <m:e>
                              <m:r>
                                <a:rPr lang="en-US" sz="2000" b="0" i="1" smtClean="0">
                                  <a:solidFill>
                                    <a:schemeClr val="accent6"/>
                                  </a:solidFill>
                                  <a:latin typeface="Cambria Math" panose="02040503050406030204" pitchFamily="18" charset="0"/>
                                  <a:ea typeface="EB Garamond" pitchFamily="2" charset="0"/>
                                </a:rPr>
                                <m:t>𝑖𝑡</m:t>
                              </m:r>
                            </m:e>
                          </m:d>
                        </m:sub>
                      </m:sSub>
                      <m:r>
                        <a:rPr lang="en-US" sz="2000" b="0" i="1" smtClean="0">
                          <a:solidFill>
                            <a:schemeClr val="accent6"/>
                          </a:solidFill>
                          <a:latin typeface="Cambria Math" panose="02040503050406030204" pitchFamily="18" charset="0"/>
                          <a:ea typeface="EB Garamond" pitchFamily="2" charset="0"/>
                        </a:rPr>
                        <m:t>=</m:t>
                      </m:r>
                      <m:r>
                        <a:rPr lang="en-US" sz="2000" b="0" i="1" smtClean="0">
                          <a:solidFill>
                            <a:schemeClr val="accent6"/>
                          </a:solidFill>
                          <a:latin typeface="Cambria Math" panose="02040503050406030204" pitchFamily="18" charset="0"/>
                          <a:ea typeface="EB Garamond" pitchFamily="2" charset="0"/>
                        </a:rPr>
                        <m:t>𝑐𝑜𝑢𝑛𝑡</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𝑜𝑓</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𝑉𝐼𝐼𝑅𝑆</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𝑓𝑖𝑟𝑒</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𝑑𝑒𝑡𝑒𝑐𝑡𝑖𝑜𝑛𝑠</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𝑖𝑛</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𝑑𝑖𝑠𝑡𝑟𝑖𝑐𝑡</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𝑖</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𝑖𝑛</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𝑤𝑒𝑒𝑘</m:t>
                      </m:r>
                      <m:r>
                        <a:rPr lang="en-US" sz="2000" b="0" i="1" smtClean="0">
                          <a:solidFill>
                            <a:schemeClr val="accent6"/>
                          </a:solidFill>
                          <a:latin typeface="Cambria Math" panose="02040503050406030204" pitchFamily="18" charset="0"/>
                          <a:ea typeface="EB Garamond" pitchFamily="2" charset="0"/>
                        </a:rPr>
                        <m:t>−</m:t>
                      </m:r>
                      <m:r>
                        <a:rPr lang="en-US" sz="2000" b="0" i="1" smtClean="0">
                          <a:solidFill>
                            <a:schemeClr val="accent6"/>
                          </a:solidFill>
                          <a:latin typeface="Cambria Math" panose="02040503050406030204" pitchFamily="18" charset="0"/>
                          <a:ea typeface="EB Garamond" pitchFamily="2" charset="0"/>
                        </a:rPr>
                        <m:t>𝑦𝑒𝑎𝑟</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𝑡</m:t>
                      </m:r>
                    </m:oMath>
                  </m:oMathPara>
                </a14:m>
                <a:endParaRPr lang="en-US" sz="2000" b="0" dirty="0">
                  <a:solidFill>
                    <a:schemeClr val="accent6"/>
                  </a:solidFill>
                  <a:latin typeface="EB Garamond" pitchFamily="2" charset="0"/>
                  <a:ea typeface="EB Garamond" pitchFamily="2" charset="0"/>
                </a:endParaRPr>
              </a:p>
              <a:p>
                <a:pPr algn="ctr"/>
                <a14:m>
                  <m:oMathPara xmlns:m="http://schemas.openxmlformats.org/officeDocument/2006/math">
                    <m:oMathParaPr>
                      <m:jc m:val="center"/>
                    </m:oMathParaPr>
                    <m:oMath xmlns:m="http://schemas.openxmlformats.org/officeDocument/2006/math">
                      <m:r>
                        <a:rPr lang="en-US" sz="2000" b="0" i="1" smtClean="0">
                          <a:solidFill>
                            <a:schemeClr val="accent6"/>
                          </a:solidFill>
                          <a:latin typeface="Cambria Math" panose="02040503050406030204" pitchFamily="18" charset="0"/>
                          <a:ea typeface="EB Garamond" pitchFamily="2" charset="0"/>
                        </a:rPr>
                        <m:t>𝑊𝑒𝑙𝑙𝑏𝑒𝑖𝑛</m:t>
                      </m:r>
                      <m:sSub>
                        <m:sSubPr>
                          <m:ctrlPr>
                            <a:rPr lang="en-US" sz="2000" b="0" i="1" smtClean="0">
                              <a:solidFill>
                                <a:schemeClr val="accent6"/>
                              </a:solidFill>
                              <a:latin typeface="Cambria Math" panose="02040503050406030204" pitchFamily="18" charset="0"/>
                              <a:ea typeface="EB Garamond" pitchFamily="2" charset="0"/>
                            </a:rPr>
                          </m:ctrlPr>
                        </m:sSubPr>
                        <m:e>
                          <m:r>
                            <a:rPr lang="en-US" sz="2000" b="0" i="1" smtClean="0">
                              <a:solidFill>
                                <a:schemeClr val="accent6"/>
                              </a:solidFill>
                              <a:latin typeface="Cambria Math" panose="02040503050406030204" pitchFamily="18" charset="0"/>
                              <a:ea typeface="EB Garamond" pitchFamily="2" charset="0"/>
                            </a:rPr>
                            <m:t>𝑔</m:t>
                          </m:r>
                        </m:e>
                        <m:sub>
                          <m:r>
                            <a:rPr lang="en-US" sz="2000" b="0" i="1" smtClean="0">
                              <a:solidFill>
                                <a:schemeClr val="accent6"/>
                              </a:solidFill>
                              <a:latin typeface="Cambria Math" panose="02040503050406030204" pitchFamily="18" charset="0"/>
                              <a:ea typeface="EB Garamond" pitchFamily="2" charset="0"/>
                            </a:rPr>
                            <m:t>𝑖𝑡</m:t>
                          </m:r>
                        </m:sub>
                      </m:sSub>
                      <m:r>
                        <a:rPr lang="en-US" sz="2000" b="0" i="1" smtClean="0">
                          <a:solidFill>
                            <a:schemeClr val="accent6"/>
                          </a:solidFill>
                          <a:latin typeface="Cambria Math" panose="02040503050406030204" pitchFamily="18" charset="0"/>
                          <a:ea typeface="EB Garamond" pitchFamily="2" charset="0"/>
                        </a:rPr>
                        <m:t>=</m:t>
                      </m:r>
                      <m:r>
                        <a:rPr lang="en-US" sz="2000" b="0" i="1" smtClean="0">
                          <a:solidFill>
                            <a:schemeClr val="accent6"/>
                          </a:solidFill>
                          <a:latin typeface="Cambria Math" panose="02040503050406030204" pitchFamily="18" charset="0"/>
                          <a:ea typeface="EB Garamond" pitchFamily="2" charset="0"/>
                        </a:rPr>
                        <m:t>𝐻𝑢𝑚𝑎𝑛</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𝐷𝑒𝑣𝑒𝑙𝑜𝑝𝑚𝑒𝑛𝑡</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𝐼𝑛𝑑𝑒𝑥</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𝑖𝑛</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𝑝𝑟𝑜𝑣𝑖𝑛𝑐𝑒</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𝑎𝑛𝑑</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𝑦𝑒𝑎𝑟</m:t>
                      </m:r>
                    </m:oMath>
                  </m:oMathPara>
                </a14:m>
                <a:endParaRPr lang="en-US" sz="2000" b="0" dirty="0">
                  <a:solidFill>
                    <a:schemeClr val="accent6"/>
                  </a:solidFill>
                  <a:latin typeface="EB Garamond" pitchFamily="2" charset="0"/>
                  <a:ea typeface="EB Garamond" pitchFamily="2" charset="0"/>
                </a:endParaRPr>
              </a:p>
              <a:p>
                <a:pPr algn="ctr"/>
                <a14:m>
                  <m:oMathPara xmlns:m="http://schemas.openxmlformats.org/officeDocument/2006/math">
                    <m:oMathParaPr>
                      <m:jc m:val="center"/>
                    </m:oMathParaPr>
                    <m:oMath xmlns:m="http://schemas.openxmlformats.org/officeDocument/2006/math">
                      <m:sSub>
                        <m:sSubPr>
                          <m:ctrlPr>
                            <a:rPr lang="en-US" sz="2000" b="0" i="1" smtClean="0">
                              <a:solidFill>
                                <a:schemeClr val="accent6"/>
                              </a:solidFill>
                              <a:latin typeface="Cambria Math" panose="02040503050406030204" pitchFamily="18" charset="0"/>
                              <a:ea typeface="Cambria Math" panose="02040503050406030204" pitchFamily="18" charset="0"/>
                            </a:rPr>
                          </m:ctrlPr>
                        </m:sSubPr>
                        <m:e>
                          <m:r>
                            <a:rPr lang="en-US" sz="2000" b="0" i="1" smtClean="0">
                              <a:solidFill>
                                <a:schemeClr val="accent6"/>
                              </a:solidFill>
                              <a:latin typeface="Cambria Math" panose="02040503050406030204" pitchFamily="18" charset="0"/>
                              <a:ea typeface="Cambria Math" panose="02040503050406030204" pitchFamily="18" charset="0"/>
                            </a:rPr>
                            <m:t>𝛼</m:t>
                          </m:r>
                        </m:e>
                        <m:sub>
                          <m:r>
                            <m:rPr>
                              <m:sty m:val="p"/>
                            </m:rPr>
                            <a:rPr lang="en-US" sz="2000" b="0" i="0" smtClean="0">
                              <a:solidFill>
                                <a:schemeClr val="accent6"/>
                              </a:solidFill>
                              <a:latin typeface="Cambria Math" panose="02040503050406030204" pitchFamily="18" charset="0"/>
                              <a:ea typeface="Cambria Math" panose="02040503050406030204" pitchFamily="18" charset="0"/>
                            </a:rPr>
                            <m:t>i</m:t>
                          </m:r>
                        </m:sub>
                      </m:sSub>
                      <m:r>
                        <a:rPr lang="en-US" sz="2000" b="0" i="0" smtClean="0">
                          <a:solidFill>
                            <a:schemeClr val="accent6"/>
                          </a:solidFill>
                          <a:latin typeface="Cambria Math" panose="02040503050406030204" pitchFamily="18" charset="0"/>
                          <a:ea typeface="Cambria Math" panose="02040503050406030204" pitchFamily="18" charset="0"/>
                        </a:rPr>
                        <m:t> </m:t>
                      </m:r>
                      <m:r>
                        <a:rPr lang="en-US" sz="2000" b="0" i="1" smtClean="0">
                          <a:solidFill>
                            <a:schemeClr val="accent6"/>
                          </a:solidFill>
                          <a:latin typeface="Cambria Math" panose="02040503050406030204" pitchFamily="18" charset="0"/>
                          <a:ea typeface="Cambria Math" panose="02040503050406030204" pitchFamily="18" charset="0"/>
                        </a:rPr>
                        <m:t>=</m:t>
                      </m:r>
                      <m:r>
                        <a:rPr lang="en-US" sz="2000" b="0" i="1" smtClean="0">
                          <a:solidFill>
                            <a:schemeClr val="accent6"/>
                          </a:solidFill>
                          <a:latin typeface="Cambria Math" panose="02040503050406030204" pitchFamily="18" charset="0"/>
                          <a:ea typeface="Cambria Math" panose="02040503050406030204" pitchFamily="18" charset="0"/>
                        </a:rPr>
                        <m:t>𝑑𝑖𝑠𝑡𝑟𝑖𝑐𝑡</m:t>
                      </m:r>
                      <m:r>
                        <a:rPr lang="en-US" sz="2000" b="0" i="1" smtClean="0">
                          <a:solidFill>
                            <a:schemeClr val="accent6"/>
                          </a:solidFill>
                          <a:latin typeface="Cambria Math" panose="02040503050406030204" pitchFamily="18" charset="0"/>
                          <a:ea typeface="Cambria Math" panose="02040503050406030204" pitchFamily="18" charset="0"/>
                        </a:rPr>
                        <m:t> </m:t>
                      </m:r>
                      <m:r>
                        <a:rPr lang="en-US" sz="2000" b="0" i="1" smtClean="0">
                          <a:solidFill>
                            <a:schemeClr val="accent6"/>
                          </a:solidFill>
                          <a:latin typeface="Cambria Math" panose="02040503050406030204" pitchFamily="18" charset="0"/>
                          <a:ea typeface="Cambria Math" panose="02040503050406030204" pitchFamily="18" charset="0"/>
                        </a:rPr>
                        <m:t>𝑓𝑖𝑥𝑒𝑑</m:t>
                      </m:r>
                      <m:r>
                        <a:rPr lang="en-US" sz="2000" b="0" i="1" smtClean="0">
                          <a:solidFill>
                            <a:schemeClr val="accent6"/>
                          </a:solidFill>
                          <a:latin typeface="Cambria Math" panose="02040503050406030204" pitchFamily="18" charset="0"/>
                          <a:ea typeface="Cambria Math" panose="02040503050406030204" pitchFamily="18" charset="0"/>
                        </a:rPr>
                        <m:t> </m:t>
                      </m:r>
                      <m:r>
                        <a:rPr lang="en-US" sz="2000" b="0" i="1" smtClean="0">
                          <a:solidFill>
                            <a:schemeClr val="accent6"/>
                          </a:solidFill>
                          <a:latin typeface="Cambria Math" panose="02040503050406030204" pitchFamily="18" charset="0"/>
                          <a:ea typeface="Cambria Math" panose="02040503050406030204" pitchFamily="18" charset="0"/>
                        </a:rPr>
                        <m:t>𝑒𝑓𝑓𝑒𝑐𝑡𝑠</m:t>
                      </m:r>
                    </m:oMath>
                  </m:oMathPara>
                </a14:m>
                <a:endParaRPr lang="en-US" sz="2000" b="0" dirty="0">
                  <a:solidFill>
                    <a:schemeClr val="accent6"/>
                  </a:solidFill>
                  <a:latin typeface="EB Garamond" pitchFamily="2" charset="0"/>
                  <a:ea typeface="Cambria Math" panose="02040503050406030204" pitchFamily="18" charset="0"/>
                </a:endParaRPr>
              </a:p>
              <a:p>
                <a:pPr algn="ctr"/>
                <a14:m>
                  <m:oMathPara xmlns:m="http://schemas.openxmlformats.org/officeDocument/2006/math">
                    <m:oMathParaPr>
                      <m:jc m:val="center"/>
                    </m:oMathParaPr>
                    <m:oMath xmlns:m="http://schemas.openxmlformats.org/officeDocument/2006/math">
                      <m:sSub>
                        <m:sSubPr>
                          <m:ctrlPr>
                            <a:rPr lang="en-US" sz="2000" b="0" i="1" smtClean="0">
                              <a:solidFill>
                                <a:schemeClr val="accent6"/>
                              </a:solidFill>
                              <a:latin typeface="Cambria Math" panose="02040503050406030204" pitchFamily="18" charset="0"/>
                              <a:ea typeface="EB Garamond" pitchFamily="2" charset="0"/>
                            </a:rPr>
                          </m:ctrlPr>
                        </m:sSubPr>
                        <m:e>
                          <m:r>
                            <a:rPr lang="en-US" sz="2000" b="0" i="1" smtClean="0">
                              <a:solidFill>
                                <a:schemeClr val="accent6"/>
                              </a:solidFill>
                              <a:latin typeface="Cambria Math" panose="02040503050406030204" pitchFamily="18" charset="0"/>
                              <a:ea typeface="EB Garamond" pitchFamily="2" charset="0"/>
                            </a:rPr>
                            <m:t>𝛾</m:t>
                          </m:r>
                        </m:e>
                        <m:sub>
                          <m:r>
                            <a:rPr lang="en-US" sz="2000" b="0" i="1" smtClean="0">
                              <a:solidFill>
                                <a:schemeClr val="accent6"/>
                              </a:solidFill>
                              <a:latin typeface="Cambria Math" panose="02040503050406030204" pitchFamily="18" charset="0"/>
                              <a:ea typeface="EB Garamond" pitchFamily="2" charset="0"/>
                            </a:rPr>
                            <m:t>𝑡</m:t>
                          </m:r>
                        </m:sub>
                      </m:sSub>
                      <m:r>
                        <a:rPr lang="en-US" sz="2000" b="0" i="1" smtClean="0">
                          <a:solidFill>
                            <a:schemeClr val="accent6"/>
                          </a:solidFill>
                          <a:latin typeface="Cambria Math" panose="02040503050406030204" pitchFamily="18" charset="0"/>
                          <a:ea typeface="EB Garamond" pitchFamily="2" charset="0"/>
                        </a:rPr>
                        <m:t>=</m:t>
                      </m:r>
                      <m:r>
                        <a:rPr lang="en-US" sz="2000" b="0" i="1" smtClean="0">
                          <a:solidFill>
                            <a:schemeClr val="accent6"/>
                          </a:solidFill>
                          <a:latin typeface="Cambria Math" panose="02040503050406030204" pitchFamily="18" charset="0"/>
                          <a:ea typeface="EB Garamond" pitchFamily="2" charset="0"/>
                        </a:rPr>
                        <m:t>𝑤𝑒𝑒𝑘</m:t>
                      </m:r>
                      <m:r>
                        <a:rPr lang="en-US" sz="2000" b="0" i="1" smtClean="0">
                          <a:solidFill>
                            <a:schemeClr val="accent6"/>
                          </a:solidFill>
                          <a:latin typeface="Cambria Math" panose="02040503050406030204" pitchFamily="18" charset="0"/>
                          <a:ea typeface="EB Garamond" pitchFamily="2" charset="0"/>
                        </a:rPr>
                        <m:t>−</m:t>
                      </m:r>
                      <m:r>
                        <a:rPr lang="en-US" sz="2000" b="0" i="1" smtClean="0">
                          <a:solidFill>
                            <a:schemeClr val="accent6"/>
                          </a:solidFill>
                          <a:latin typeface="Cambria Math" panose="02040503050406030204" pitchFamily="18" charset="0"/>
                          <a:ea typeface="EB Garamond" pitchFamily="2" charset="0"/>
                        </a:rPr>
                        <m:t>𝑦𝑒𝑎𝑟</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𝑓𝑖𝑥𝑒𝑑</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𝑒𝑓𝑓𝑒𝑐𝑡𝑠</m:t>
                      </m:r>
                    </m:oMath>
                  </m:oMathPara>
                </a14:m>
                <a:endParaRPr lang="en-US" sz="2000" b="0" dirty="0">
                  <a:solidFill>
                    <a:schemeClr val="accent6"/>
                  </a:solidFill>
                  <a:latin typeface="EB Garamond" pitchFamily="2" charset="0"/>
                  <a:ea typeface="EB Garamond" pitchFamily="2" charset="0"/>
                </a:endParaRPr>
              </a:p>
              <a:p>
                <a:pPr algn="ctr"/>
                <a14:m>
                  <m:oMathPara xmlns:m="http://schemas.openxmlformats.org/officeDocument/2006/math">
                    <m:oMathParaPr>
                      <m:jc m:val="center"/>
                    </m:oMathParaPr>
                    <m:oMath xmlns:m="http://schemas.openxmlformats.org/officeDocument/2006/math">
                      <m:sSub>
                        <m:sSubPr>
                          <m:ctrlPr>
                            <a:rPr lang="en-US" sz="2000" b="0" i="1" smtClean="0">
                              <a:solidFill>
                                <a:schemeClr val="accent6"/>
                              </a:solidFill>
                              <a:latin typeface="Cambria Math" panose="02040503050406030204" pitchFamily="18" charset="0"/>
                              <a:ea typeface="EB Garamond" pitchFamily="2" charset="0"/>
                            </a:rPr>
                          </m:ctrlPr>
                        </m:sSubPr>
                        <m:e>
                          <m:r>
                            <a:rPr lang="en-US" sz="2000" b="0" i="1" smtClean="0">
                              <a:solidFill>
                                <a:schemeClr val="accent6"/>
                              </a:solidFill>
                              <a:latin typeface="Cambria Math" panose="02040503050406030204" pitchFamily="18" charset="0"/>
                              <a:ea typeface="EB Garamond" pitchFamily="2" charset="0"/>
                            </a:rPr>
                            <m:t>𝜖</m:t>
                          </m:r>
                        </m:e>
                        <m:sub>
                          <m:r>
                            <a:rPr lang="en-US" sz="2000" b="0" i="1" smtClean="0">
                              <a:solidFill>
                                <a:schemeClr val="accent6"/>
                              </a:solidFill>
                              <a:latin typeface="Cambria Math" panose="02040503050406030204" pitchFamily="18" charset="0"/>
                              <a:ea typeface="EB Garamond" pitchFamily="2" charset="0"/>
                            </a:rPr>
                            <m:t>𝑖𝑡</m:t>
                          </m:r>
                        </m:sub>
                      </m:sSub>
                      <m:r>
                        <a:rPr lang="en-US" sz="2000" b="0" i="1" smtClean="0">
                          <a:solidFill>
                            <a:schemeClr val="accent6"/>
                          </a:solidFill>
                          <a:latin typeface="Cambria Math" panose="02040503050406030204" pitchFamily="18" charset="0"/>
                          <a:ea typeface="EB Garamond" pitchFamily="2" charset="0"/>
                        </a:rPr>
                        <m:t>=</m:t>
                      </m:r>
                      <m:r>
                        <a:rPr lang="en-US" sz="2000" b="0" i="1" smtClean="0">
                          <a:solidFill>
                            <a:schemeClr val="accent6"/>
                          </a:solidFill>
                          <a:latin typeface="Cambria Math" panose="02040503050406030204" pitchFamily="18" charset="0"/>
                          <a:ea typeface="EB Garamond" pitchFamily="2" charset="0"/>
                        </a:rPr>
                        <m:t>𝑒𝑟𝑟𝑜𝑟</m:t>
                      </m:r>
                      <m:r>
                        <a:rPr lang="en-US" sz="2000" b="0" i="1" smtClean="0">
                          <a:solidFill>
                            <a:schemeClr val="accent6"/>
                          </a:solidFill>
                          <a:latin typeface="Cambria Math" panose="02040503050406030204" pitchFamily="18" charset="0"/>
                          <a:ea typeface="EB Garamond" pitchFamily="2" charset="0"/>
                        </a:rPr>
                        <m:t> </m:t>
                      </m:r>
                      <m:r>
                        <a:rPr lang="en-US" sz="2000" b="0" i="1" smtClean="0">
                          <a:solidFill>
                            <a:schemeClr val="accent6"/>
                          </a:solidFill>
                          <a:latin typeface="Cambria Math" panose="02040503050406030204" pitchFamily="18" charset="0"/>
                          <a:ea typeface="EB Garamond" pitchFamily="2" charset="0"/>
                        </a:rPr>
                        <m:t>𝑡𝑒𝑟𝑚</m:t>
                      </m:r>
                    </m:oMath>
                  </m:oMathPara>
                </a14:m>
                <a:endParaRPr lang="en-US" sz="2000" b="0" dirty="0">
                  <a:solidFill>
                    <a:schemeClr val="accent6"/>
                  </a:solidFill>
                  <a:latin typeface="EB Garamond" pitchFamily="2" charset="0"/>
                  <a:ea typeface="EB Garamond" pitchFamily="2" charset="0"/>
                </a:endParaRPr>
              </a:p>
              <a:p>
                <a:pPr algn="ctr"/>
                <a:endParaRPr lang="en-US" sz="2000" dirty="0">
                  <a:solidFill>
                    <a:schemeClr val="accent6"/>
                  </a:solidFill>
                  <a:latin typeface="EB Garamond" pitchFamily="2" charset="0"/>
                  <a:ea typeface="EB Garamond" pitchFamily="2" charset="0"/>
                </a:endParaRPr>
              </a:p>
              <a:p>
                <a:pPr algn="ctr"/>
                <a:endParaRPr lang="en-US" sz="1800" b="0" dirty="0">
                  <a:solidFill>
                    <a:schemeClr val="accent6"/>
                  </a:solidFill>
                  <a:latin typeface="EB Garamond" pitchFamily="2" charset="0"/>
                  <a:ea typeface="EB Garamond" pitchFamily="2" charset="0"/>
                </a:endParaRPr>
              </a:p>
              <a:p>
                <a:pPr algn="ctr"/>
                <a14:m>
                  <m:oMath xmlns:m="http://schemas.openxmlformats.org/officeDocument/2006/math">
                    <m:sSub>
                      <m:sSubPr>
                        <m:ctrlPr>
                          <a:rPr lang="en-US" sz="3000" i="1">
                            <a:solidFill>
                              <a:schemeClr val="accent6"/>
                            </a:solidFill>
                            <a:latin typeface="Cambria Math" panose="02040503050406030204" pitchFamily="18" charset="0"/>
                            <a:ea typeface="EB Garamond" pitchFamily="2" charset="0"/>
                          </a:rPr>
                        </m:ctrlPr>
                      </m:sSubPr>
                      <m:e>
                        <m:r>
                          <a:rPr lang="en-US" sz="3000" i="1">
                            <a:solidFill>
                              <a:schemeClr val="accent6"/>
                            </a:solidFill>
                            <a:latin typeface="Cambria Math" panose="02040503050406030204" pitchFamily="18" charset="0"/>
                            <a:ea typeface="EB Garamond" pitchFamily="2" charset="0"/>
                          </a:rPr>
                          <m:t>𝛽</m:t>
                        </m:r>
                      </m:e>
                      <m:sub>
                        <m:r>
                          <a:rPr lang="en-US" sz="3000" i="1">
                            <a:solidFill>
                              <a:schemeClr val="accent6"/>
                            </a:solidFill>
                            <a:latin typeface="Cambria Math" panose="02040503050406030204" pitchFamily="18" charset="0"/>
                            <a:ea typeface="EB Garamond" pitchFamily="2" charset="0"/>
                          </a:rPr>
                          <m:t>1</m:t>
                        </m:r>
                      </m:sub>
                    </m:sSub>
                  </m:oMath>
                </a14:m>
                <a:r>
                  <a:rPr lang="en-US" sz="3000" b="0" dirty="0">
                    <a:solidFill>
                      <a:schemeClr val="accent6"/>
                    </a:solidFill>
                    <a:latin typeface="EB Garamond" pitchFamily="2" charset="0"/>
                    <a:ea typeface="EB Garamond" pitchFamily="2" charset="0"/>
                  </a:rPr>
                  <a:t> is the coefficient of interest, identifying the causal effect of wildfire exposure on conflict probability and intensity.</a:t>
                </a:r>
              </a:p>
              <a:p>
                <a:pPr algn="ctr"/>
                <a:endParaRPr lang="en-US" sz="2000" b="0" dirty="0">
                  <a:solidFill>
                    <a:schemeClr val="accent6"/>
                  </a:solidFill>
                  <a:latin typeface="EB Garamond" pitchFamily="2" charset="0"/>
                  <a:ea typeface="EB Garamond" pitchFamily="2" charset="0"/>
                </a:endParaRPr>
              </a:p>
            </p:txBody>
          </p:sp>
        </mc:Choice>
        <mc:Fallback>
          <p:sp>
            <p:nvSpPr>
              <p:cNvPr id="23" name="TextBox 22">
                <a:extLst>
                  <a:ext uri="{FF2B5EF4-FFF2-40B4-BE49-F238E27FC236}">
                    <a16:creationId xmlns:a16="http://schemas.microsoft.com/office/drawing/2014/main" id="{D732B9A1-ECB3-8035-04CB-62392BDCC428}"/>
                  </a:ext>
                </a:extLst>
              </p:cNvPr>
              <p:cNvSpPr txBox="1">
                <a:spLocks noRot="1" noChangeAspect="1" noMove="1" noResize="1" noEditPoints="1" noAdjustHandles="1" noChangeArrowheads="1" noChangeShapeType="1" noTextEdit="1"/>
              </p:cNvSpPr>
              <p:nvPr/>
            </p:nvSpPr>
            <p:spPr>
              <a:xfrm>
                <a:off x="12725653" y="11977084"/>
                <a:ext cx="11057861" cy="5863015"/>
              </a:xfrm>
              <a:prstGeom prst="rect">
                <a:avLst/>
              </a:prstGeom>
              <a:blipFill>
                <a:blip r:embed="rId5"/>
                <a:stretch>
                  <a:fillRect l="-687" r="-1833"/>
                </a:stretch>
              </a:blipFill>
              <a:ln w="19050">
                <a:solidFill>
                  <a:schemeClr val="tx2"/>
                </a:solidFill>
              </a:ln>
            </p:spPr>
            <p:txBody>
              <a:bodyPr/>
              <a:lstStyle/>
              <a:p>
                <a:r>
                  <a:rPr lang="en-US">
                    <a:noFill/>
                  </a:rPr>
                  <a:t> </a:t>
                </a:r>
              </a:p>
            </p:txBody>
          </p:sp>
        </mc:Fallback>
      </mc:AlternateContent>
      <p:pic>
        <p:nvPicPr>
          <p:cNvPr id="26" name="Picture 25" descr="A map of the heat and conflict in indonesia&#10;&#10;AI-generated content may be incorrect.">
            <a:extLst>
              <a:ext uri="{FF2B5EF4-FFF2-40B4-BE49-F238E27FC236}">
                <a16:creationId xmlns:a16="http://schemas.microsoft.com/office/drawing/2014/main" id="{6D50232D-FFDE-48D8-4E60-9D572D0BFD84}"/>
              </a:ext>
            </a:extLst>
          </p:cNvPr>
          <p:cNvPicPr>
            <a:picLocks noChangeAspect="1"/>
          </p:cNvPicPr>
          <p:nvPr/>
        </p:nvPicPr>
        <p:blipFill>
          <a:blip r:embed="rId6"/>
          <a:stretch>
            <a:fillRect/>
          </a:stretch>
        </p:blipFill>
        <p:spPr>
          <a:xfrm>
            <a:off x="11977490" y="19767750"/>
            <a:ext cx="19641699" cy="6795170"/>
          </a:xfrm>
          <a:prstGeom prst="rect">
            <a:avLst/>
          </a:prstGeom>
        </p:spPr>
      </p:pic>
      <p:sp>
        <p:nvSpPr>
          <p:cNvPr id="27" name="TextBox 26">
            <a:extLst>
              <a:ext uri="{FF2B5EF4-FFF2-40B4-BE49-F238E27FC236}">
                <a16:creationId xmlns:a16="http://schemas.microsoft.com/office/drawing/2014/main" id="{616032EC-CF53-DBD7-B5EE-539032775C87}"/>
              </a:ext>
            </a:extLst>
          </p:cNvPr>
          <p:cNvSpPr txBox="1"/>
          <p:nvPr/>
        </p:nvSpPr>
        <p:spPr>
          <a:xfrm>
            <a:off x="24384071" y="11977084"/>
            <a:ext cx="6628113" cy="5847755"/>
          </a:xfrm>
          <a:prstGeom prst="rect">
            <a:avLst/>
          </a:prstGeom>
          <a:noFill/>
          <a:ln w="19050">
            <a:solidFill>
              <a:schemeClr val="tx2"/>
            </a:solidFill>
          </a:ln>
        </p:spPr>
        <p:txBody>
          <a:bodyPr wrap="square" rtlCol="0">
            <a:spAutoFit/>
          </a:bodyPr>
          <a:lstStyle/>
          <a:p>
            <a:pPr algn="ctr"/>
            <a:r>
              <a:rPr lang="en-US" sz="3000" b="1" dirty="0">
                <a:solidFill>
                  <a:schemeClr val="bg2"/>
                </a:solidFill>
                <a:latin typeface="EB Garamond" pitchFamily="2" charset="0"/>
                <a:ea typeface="EB Garamond" pitchFamily="2" charset="0"/>
              </a:rPr>
              <a:t>Limitations</a:t>
            </a:r>
          </a:p>
          <a:p>
            <a:pPr algn="ctr"/>
            <a:endParaRPr lang="en-US" sz="3000" b="1" dirty="0">
              <a:solidFill>
                <a:schemeClr val="bg2"/>
              </a:solidFill>
              <a:latin typeface="EB Garamond" pitchFamily="2" charset="0"/>
              <a:ea typeface="EB Garamond" pitchFamily="2" charset="0"/>
            </a:endParaRPr>
          </a:p>
          <a:p>
            <a:pPr algn="ctr"/>
            <a:r>
              <a:rPr lang="en-US" sz="3000" dirty="0">
                <a:solidFill>
                  <a:schemeClr val="accent6"/>
                </a:solidFill>
                <a:latin typeface="EB Garamond" pitchFamily="2" charset="0"/>
                <a:ea typeface="EB Garamond" pitchFamily="2" charset="0"/>
              </a:rPr>
              <a:t>We assume that fire timing is exogenous or as good as random conditional on fixed effects</a:t>
            </a:r>
          </a:p>
          <a:p>
            <a:pPr algn="ctr"/>
            <a:endParaRPr lang="en-US" sz="3000" dirty="0">
              <a:solidFill>
                <a:schemeClr val="accent6"/>
              </a:solidFill>
              <a:latin typeface="EB Garamond" pitchFamily="2" charset="0"/>
              <a:ea typeface="EB Garamond" pitchFamily="2" charset="0"/>
            </a:endParaRPr>
          </a:p>
          <a:p>
            <a:pPr algn="ctr"/>
            <a:r>
              <a:rPr lang="en-US" sz="3000" dirty="0">
                <a:solidFill>
                  <a:schemeClr val="accent6"/>
                </a:solidFill>
                <a:latin typeface="EB Garamond" pitchFamily="2" charset="0"/>
                <a:ea typeface="EB Garamond" pitchFamily="2" charset="0"/>
              </a:rPr>
              <a:t>However, unobserved shocks and could bias results.</a:t>
            </a:r>
          </a:p>
          <a:p>
            <a:pPr algn="ctr"/>
            <a:endParaRPr lang="en-US" sz="3000" dirty="0">
              <a:solidFill>
                <a:schemeClr val="accent6"/>
              </a:solidFill>
              <a:latin typeface="EB Garamond" pitchFamily="2" charset="0"/>
              <a:ea typeface="EB Garamond" pitchFamily="2" charset="0"/>
            </a:endParaRPr>
          </a:p>
          <a:p>
            <a:pPr algn="ctr"/>
            <a:r>
              <a:rPr lang="en-US" sz="3000" dirty="0">
                <a:solidFill>
                  <a:schemeClr val="accent6"/>
                </a:solidFill>
                <a:latin typeface="EB Garamond" pitchFamily="2" charset="0"/>
                <a:ea typeface="EB Garamond" pitchFamily="2" charset="0"/>
              </a:rPr>
              <a:t>Future work using an instrumental variables approach will mitigate this limitation.</a:t>
            </a:r>
          </a:p>
          <a:p>
            <a:pPr algn="ctr"/>
            <a:endParaRPr lang="en-US" sz="4400" dirty="0">
              <a:solidFill>
                <a:schemeClr val="accent6"/>
              </a:solidFill>
              <a:latin typeface="EB Garamond" pitchFamily="2" charset="0"/>
              <a:ea typeface="EB Garamond" pitchFamily="2" charset="0"/>
            </a:endParaRPr>
          </a:p>
        </p:txBody>
      </p:sp>
    </p:spTree>
  </p:cSld>
  <p:clrMapOvr>
    <a:masterClrMapping/>
  </p:clrMapOvr>
</p:sld>
</file>

<file path=ppt/theme/theme1.xml><?xml version="1.0" encoding="utf-8"?>
<a:theme xmlns:a="http://schemas.openxmlformats.org/drawingml/2006/main" name="UATheme">
  <a:themeElements>
    <a:clrScheme name="Custom 2">
      <a:dk1>
        <a:srgbClr val="A32638"/>
      </a:dk1>
      <a:lt1>
        <a:srgbClr val="FFFFFF"/>
      </a:lt1>
      <a:dk2>
        <a:srgbClr val="A32638"/>
      </a:dk2>
      <a:lt2>
        <a:srgbClr val="8C7D70"/>
      </a:lt2>
      <a:accent1>
        <a:srgbClr val="7D7061"/>
      </a:accent1>
      <a:accent2>
        <a:srgbClr val="A32638"/>
      </a:accent2>
      <a:accent3>
        <a:srgbClr val="6B5C4F"/>
      </a:accent3>
      <a:accent4>
        <a:srgbClr val="332B3D"/>
      </a:accent4>
      <a:accent5>
        <a:srgbClr val="7D7061"/>
      </a:accent5>
      <a:accent6>
        <a:srgbClr val="000000"/>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1345</TotalTime>
  <Words>958</Words>
  <Application>Microsoft Macintosh PowerPoint</Application>
  <PresentationFormat>Custom</PresentationFormat>
  <Paragraphs>65</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EB Garamond</vt:lpstr>
      <vt:lpstr>Arial</vt:lpstr>
      <vt:lpstr>Verdana</vt:lpstr>
      <vt:lpstr>Cambria Math</vt:lpstr>
      <vt:lpstr>Calibri</vt:lpstr>
      <vt:lpstr>Corbel</vt:lpstr>
      <vt:lpstr>UATheme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Sanford Media Center</dc:creator>
  <cp:lastModifiedBy>Hari Gunda</cp:lastModifiedBy>
  <cp:revision>34</cp:revision>
  <cp:lastPrinted>2024-03-16T04:47:16Z</cp:lastPrinted>
  <dcterms:created xsi:type="dcterms:W3CDTF">2013-11-01T13:54:30Z</dcterms:created>
  <dcterms:modified xsi:type="dcterms:W3CDTF">2026-03-29T22:22:37Z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0x0101003A8A5A696E543449A637BB6BA42BEA5D</vt:lpwstr>
  </property>
</Properties>
</file>