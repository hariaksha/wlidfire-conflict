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950075" cy="9236075"/>
  <p:embeddedFontLst>
    <p:embeddedFont>
      <p:font typeface="Corbel" panose="020B0503020204020204" pitchFamily="34" charset="0"/>
      <p:regular r:id="rId4"/>
      <p:bold r:id="rId5"/>
      <p:italic r:id="rId6"/>
      <p:boldItalic r:id="rId7"/>
    </p:embeddedFont>
    <p:embeddedFont>
      <p:font typeface="EB Garamond" pitchFamily="2" charset="0"/>
      <p:regular r:id="rId8"/>
      <p:bold r:id="rId9"/>
      <p:italic r:id="rId10"/>
      <p:boldItalic r:id="rId11"/>
    </p:embeddedFont>
    <p:embeddedFont>
      <p:font typeface="Verdana" panose="020B0604030504040204" pitchFamily="3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4124">
          <p15:clr>
            <a:srgbClr val="A4A3A4"/>
          </p15:clr>
        </p15:guide>
        <p15:guide id="2" orient="horz" pos="20231">
          <p15:clr>
            <a:srgbClr val="A4A3A4"/>
          </p15:clr>
        </p15:guide>
        <p15:guide id="3" orient="horz" pos="3912">
          <p15:clr>
            <a:srgbClr val="A4A3A4"/>
          </p15:clr>
        </p15:guide>
        <p15:guide id="4" orient="horz" pos="8587">
          <p15:clr>
            <a:srgbClr val="A4A3A4"/>
          </p15:clr>
        </p15:guide>
        <p15:guide id="5" orient="horz" pos="4163">
          <p15:clr>
            <a:srgbClr val="A4A3A4"/>
          </p15:clr>
        </p15:guide>
        <p15:guide id="6" pos="26856">
          <p15:clr>
            <a:srgbClr val="A4A3A4"/>
          </p15:clr>
        </p15:guide>
        <p15:guide id="7" pos="27200">
          <p15:clr>
            <a:srgbClr val="A4A3A4"/>
          </p15:clr>
        </p15:guide>
        <p15:guide id="8" pos="13584">
          <p15:clr>
            <a:srgbClr val="A4A3A4"/>
          </p15:clr>
        </p15:guide>
        <p15:guide id="9" pos="8556">
          <p15:clr>
            <a:srgbClr val="A4A3A4"/>
          </p15:clr>
        </p15:guide>
        <p15:guide id="10" pos="716">
          <p15:clr>
            <a:srgbClr val="A4A3A4"/>
          </p15:clr>
        </p15:guide>
        <p15:guide id="11" pos="7496">
          <p15:clr>
            <a:srgbClr val="A4A3A4"/>
          </p15:clr>
        </p15:guide>
        <p15:guide id="12" pos="21156">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gWSjSeOX8ykGe4GBVg+ganuGxPX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1868BD-F9F7-49CA-A317-5B179EA2F347}" v="455" dt="2024-03-16T05:01:14.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p:scale>
          <a:sx n="60" d="100"/>
          <a:sy n="60" d="100"/>
        </p:scale>
        <p:origin x="-4664" y="-2496"/>
      </p:cViewPr>
      <p:guideLst>
        <p:guide orient="horz" pos="14124"/>
        <p:guide orient="horz" pos="20231"/>
        <p:guide orient="horz" pos="3912"/>
        <p:guide orient="horz" pos="8587"/>
        <p:guide orient="horz" pos="4163"/>
        <p:guide pos="26856"/>
        <p:guide pos="27200"/>
        <p:guide pos="13584"/>
        <p:guide pos="8556"/>
        <p:guide pos="716"/>
        <p:guide pos="7496"/>
        <p:guide pos="2115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font" Target="fonts/font10.fntdata"/><Relationship Id="rId26" Type="http://schemas.microsoft.com/office/2016/11/relationships/changesInfo" Target="changesInfos/changesInfo1.xml"/><Relationship Id="rId3" Type="http://schemas.openxmlformats.org/officeDocument/2006/relationships/notesMaster" Target="notesMasters/notesMaster1.xml"/><Relationship Id="rId21" Type="http://customschemas.google.com/relationships/presentationmetadata" Target="metadata"/><Relationship Id="rId7" Type="http://schemas.openxmlformats.org/officeDocument/2006/relationships/font" Target="fonts/font4.fntdata"/><Relationship Id="rId12" Type="http://schemas.openxmlformats.org/officeDocument/2006/relationships/font" Target="fonts/font9.fntdata"/><Relationship Id="rId25"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24" Type="http://schemas.openxmlformats.org/officeDocument/2006/relationships/theme" Target="theme/theme1.xml"/><Relationship Id="rId5" Type="http://schemas.openxmlformats.org/officeDocument/2006/relationships/font" Target="fonts/font2.fntdata"/><Relationship Id="rId15" Type="http://schemas.openxmlformats.org/officeDocument/2006/relationships/font" Target="fonts/font12.fntdata"/><Relationship Id="rId23" Type="http://schemas.openxmlformats.org/officeDocument/2006/relationships/viewProps" Target="viewProp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font" Target="fonts/font11.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aksha Gunda" userId="c3d5802c32daedcc" providerId="LiveId" clId="{721868BD-F9F7-49CA-A317-5B179EA2F347}"/>
    <pc:docChg chg="undo redo custSel addSld delSld modSld">
      <pc:chgData name="Hariaksha Gunda" userId="c3d5802c32daedcc" providerId="LiveId" clId="{721868BD-F9F7-49CA-A317-5B179EA2F347}" dt="2024-03-16T05:02:09.439" v="6237" actId="1036"/>
      <pc:docMkLst>
        <pc:docMk/>
      </pc:docMkLst>
      <pc:sldChg chg="addSp delSp modSp mod">
        <pc:chgData name="Hariaksha Gunda" userId="c3d5802c32daedcc" providerId="LiveId" clId="{721868BD-F9F7-49CA-A317-5B179EA2F347}" dt="2024-03-16T05:02:09.439" v="6237" actId="1036"/>
        <pc:sldMkLst>
          <pc:docMk/>
          <pc:sldMk cId="0" sldId="256"/>
        </pc:sldMkLst>
        <pc:spChg chg="add mod">
          <ac:chgData name="Hariaksha Gunda" userId="c3d5802c32daedcc" providerId="LiveId" clId="{721868BD-F9F7-49CA-A317-5B179EA2F347}" dt="2024-03-16T04:41:10.105" v="6050" actId="1036"/>
          <ac:spMkLst>
            <pc:docMk/>
            <pc:sldMk cId="0" sldId="256"/>
            <ac:spMk id="2" creationId="{7D7E1AB2-8033-B250-0C06-DF75CFA627B2}"/>
          </ac:spMkLst>
        </pc:spChg>
        <pc:spChg chg="add">
          <ac:chgData name="Hariaksha Gunda" userId="c3d5802c32daedcc" providerId="LiveId" clId="{721868BD-F9F7-49CA-A317-5B179EA2F347}" dt="2024-03-16T03:36:20.477" v="4444"/>
          <ac:spMkLst>
            <pc:docMk/>
            <pc:sldMk cId="0" sldId="256"/>
            <ac:spMk id="6" creationId="{5B90C6C5-5F30-4C8D-5A8F-A0500D563E84}"/>
          </ac:spMkLst>
        </pc:spChg>
        <pc:spChg chg="add mod">
          <ac:chgData name="Hariaksha Gunda" userId="c3d5802c32daedcc" providerId="LiveId" clId="{721868BD-F9F7-49CA-A317-5B179EA2F347}" dt="2024-03-16T04:41:10.105" v="6050" actId="1036"/>
          <ac:spMkLst>
            <pc:docMk/>
            <pc:sldMk cId="0" sldId="256"/>
            <ac:spMk id="8" creationId="{0B7D1384-4D48-0FD2-6023-C0F1037547FB}"/>
          </ac:spMkLst>
        </pc:spChg>
        <pc:spChg chg="mod">
          <ac:chgData name="Hariaksha Gunda" userId="c3d5802c32daedcc" providerId="LiveId" clId="{721868BD-F9F7-49CA-A317-5B179EA2F347}" dt="2024-03-16T04:03:37.290" v="5060" actId="1076"/>
          <ac:spMkLst>
            <pc:docMk/>
            <pc:sldMk cId="0" sldId="256"/>
            <ac:spMk id="89" creationId="{00000000-0000-0000-0000-000000000000}"/>
          </ac:spMkLst>
        </pc:spChg>
        <pc:spChg chg="mod">
          <ac:chgData name="Hariaksha Gunda" userId="c3d5802c32daedcc" providerId="LiveId" clId="{721868BD-F9F7-49CA-A317-5B179EA2F347}" dt="2024-03-16T04:03:37.290" v="5060" actId="1076"/>
          <ac:spMkLst>
            <pc:docMk/>
            <pc:sldMk cId="0" sldId="256"/>
            <ac:spMk id="90" creationId="{00000000-0000-0000-0000-000000000000}"/>
          </ac:spMkLst>
        </pc:spChg>
        <pc:spChg chg="mod">
          <ac:chgData name="Hariaksha Gunda" userId="c3d5802c32daedcc" providerId="LiveId" clId="{721868BD-F9F7-49CA-A317-5B179EA2F347}" dt="2024-03-16T04:53:01.806" v="6072" actId="14100"/>
          <ac:spMkLst>
            <pc:docMk/>
            <pc:sldMk cId="0" sldId="256"/>
            <ac:spMk id="91" creationId="{00000000-0000-0000-0000-000000000000}"/>
          </ac:spMkLst>
        </pc:spChg>
        <pc:spChg chg="del mod">
          <ac:chgData name="Hariaksha Gunda" userId="c3d5802c32daedcc" providerId="LiveId" clId="{721868BD-F9F7-49CA-A317-5B179EA2F347}" dt="2024-03-16T03:30:54.664" v="4311" actId="478"/>
          <ac:spMkLst>
            <pc:docMk/>
            <pc:sldMk cId="0" sldId="256"/>
            <ac:spMk id="92" creationId="{00000000-0000-0000-0000-000000000000}"/>
          </ac:spMkLst>
        </pc:spChg>
        <pc:spChg chg="mod">
          <ac:chgData name="Hariaksha Gunda" userId="c3d5802c32daedcc" providerId="LiveId" clId="{721868BD-F9F7-49CA-A317-5B179EA2F347}" dt="2024-03-16T04:03:37.290" v="5060" actId="1076"/>
          <ac:spMkLst>
            <pc:docMk/>
            <pc:sldMk cId="0" sldId="256"/>
            <ac:spMk id="93" creationId="{00000000-0000-0000-0000-000000000000}"/>
          </ac:spMkLst>
        </pc:spChg>
        <pc:spChg chg="mod">
          <ac:chgData name="Hariaksha Gunda" userId="c3d5802c32daedcc" providerId="LiveId" clId="{721868BD-F9F7-49CA-A317-5B179EA2F347}" dt="2024-03-16T04:28:56.506" v="6003" actId="1035"/>
          <ac:spMkLst>
            <pc:docMk/>
            <pc:sldMk cId="0" sldId="256"/>
            <ac:spMk id="94" creationId="{00000000-0000-0000-0000-000000000000}"/>
          </ac:spMkLst>
        </pc:spChg>
        <pc:spChg chg="mod">
          <ac:chgData name="Hariaksha Gunda" userId="c3d5802c32daedcc" providerId="LiveId" clId="{721868BD-F9F7-49CA-A317-5B179EA2F347}" dt="2024-03-16T04:03:37.290" v="5060" actId="1076"/>
          <ac:spMkLst>
            <pc:docMk/>
            <pc:sldMk cId="0" sldId="256"/>
            <ac:spMk id="95" creationId="{00000000-0000-0000-0000-000000000000}"/>
          </ac:spMkLst>
        </pc:spChg>
        <pc:spChg chg="mod">
          <ac:chgData name="Hariaksha Gunda" userId="c3d5802c32daedcc" providerId="LiveId" clId="{721868BD-F9F7-49CA-A317-5B179EA2F347}" dt="2024-03-16T04:03:37.290" v="5060" actId="1076"/>
          <ac:spMkLst>
            <pc:docMk/>
            <pc:sldMk cId="0" sldId="256"/>
            <ac:spMk id="96" creationId="{00000000-0000-0000-0000-000000000000}"/>
          </ac:spMkLst>
        </pc:spChg>
        <pc:spChg chg="mod">
          <ac:chgData name="Hariaksha Gunda" userId="c3d5802c32daedcc" providerId="LiveId" clId="{721868BD-F9F7-49CA-A317-5B179EA2F347}" dt="2024-03-16T04:03:37.290" v="5060" actId="1076"/>
          <ac:spMkLst>
            <pc:docMk/>
            <pc:sldMk cId="0" sldId="256"/>
            <ac:spMk id="97" creationId="{00000000-0000-0000-0000-000000000000}"/>
          </ac:spMkLst>
        </pc:spChg>
        <pc:spChg chg="mod">
          <ac:chgData name="Hariaksha Gunda" userId="c3d5802c32daedcc" providerId="LiveId" clId="{721868BD-F9F7-49CA-A317-5B179EA2F347}" dt="2024-03-16T04:28:43.901" v="5980" actId="1035"/>
          <ac:spMkLst>
            <pc:docMk/>
            <pc:sldMk cId="0" sldId="256"/>
            <ac:spMk id="98" creationId="{00000000-0000-0000-0000-000000000000}"/>
          </ac:spMkLst>
        </pc:spChg>
        <pc:spChg chg="mod">
          <ac:chgData name="Hariaksha Gunda" userId="c3d5802c32daedcc" providerId="LiveId" clId="{721868BD-F9F7-49CA-A317-5B179EA2F347}" dt="2024-03-16T04:28:43.901" v="5980" actId="1035"/>
          <ac:spMkLst>
            <pc:docMk/>
            <pc:sldMk cId="0" sldId="256"/>
            <ac:spMk id="99" creationId="{00000000-0000-0000-0000-000000000000}"/>
          </ac:spMkLst>
        </pc:spChg>
        <pc:spChg chg="mod">
          <ac:chgData name="Hariaksha Gunda" userId="c3d5802c32daedcc" providerId="LiveId" clId="{721868BD-F9F7-49CA-A317-5B179EA2F347}" dt="2024-03-16T04:03:37.290" v="5060" actId="1076"/>
          <ac:spMkLst>
            <pc:docMk/>
            <pc:sldMk cId="0" sldId="256"/>
            <ac:spMk id="100" creationId="{00000000-0000-0000-0000-000000000000}"/>
          </ac:spMkLst>
        </pc:spChg>
        <pc:spChg chg="mod">
          <ac:chgData name="Hariaksha Gunda" userId="c3d5802c32daedcc" providerId="LiveId" clId="{721868BD-F9F7-49CA-A317-5B179EA2F347}" dt="2024-03-16T04:03:37.290" v="5060" actId="1076"/>
          <ac:spMkLst>
            <pc:docMk/>
            <pc:sldMk cId="0" sldId="256"/>
            <ac:spMk id="101" creationId="{00000000-0000-0000-0000-000000000000}"/>
          </ac:spMkLst>
        </pc:spChg>
        <pc:spChg chg="mod">
          <ac:chgData name="Hariaksha Gunda" userId="c3d5802c32daedcc" providerId="LiveId" clId="{721868BD-F9F7-49CA-A317-5B179EA2F347}" dt="2024-03-16T04:03:37.290" v="5060" actId="1076"/>
          <ac:spMkLst>
            <pc:docMk/>
            <pc:sldMk cId="0" sldId="256"/>
            <ac:spMk id="102" creationId="{00000000-0000-0000-0000-000000000000}"/>
          </ac:spMkLst>
        </pc:spChg>
        <pc:spChg chg="mod">
          <ac:chgData name="Hariaksha Gunda" userId="c3d5802c32daedcc" providerId="LiveId" clId="{721868BD-F9F7-49CA-A317-5B179EA2F347}" dt="2024-03-16T04:22:36.411" v="5666" actId="20577"/>
          <ac:spMkLst>
            <pc:docMk/>
            <pc:sldMk cId="0" sldId="256"/>
            <ac:spMk id="103" creationId="{00000000-0000-0000-0000-000000000000}"/>
          </ac:spMkLst>
        </pc:spChg>
        <pc:spChg chg="mod">
          <ac:chgData name="Hariaksha Gunda" userId="c3d5802c32daedcc" providerId="LiveId" clId="{721868BD-F9F7-49CA-A317-5B179EA2F347}" dt="2024-03-16T04:28:56.506" v="6003" actId="1035"/>
          <ac:spMkLst>
            <pc:docMk/>
            <pc:sldMk cId="0" sldId="256"/>
            <ac:spMk id="104" creationId="{00000000-0000-0000-0000-000000000000}"/>
          </ac:spMkLst>
        </pc:spChg>
        <pc:spChg chg="mod">
          <ac:chgData name="Hariaksha Gunda" userId="c3d5802c32daedcc" providerId="LiveId" clId="{721868BD-F9F7-49CA-A317-5B179EA2F347}" dt="2024-03-16T04:28:56.506" v="6003" actId="1035"/>
          <ac:spMkLst>
            <pc:docMk/>
            <pc:sldMk cId="0" sldId="256"/>
            <ac:spMk id="105" creationId="{00000000-0000-0000-0000-000000000000}"/>
          </ac:spMkLst>
        </pc:spChg>
        <pc:spChg chg="mod">
          <ac:chgData name="Hariaksha Gunda" userId="c3d5802c32daedcc" providerId="LiveId" clId="{721868BD-F9F7-49CA-A317-5B179EA2F347}" dt="2024-03-16T04:28:56.506" v="6003" actId="1035"/>
          <ac:spMkLst>
            <pc:docMk/>
            <pc:sldMk cId="0" sldId="256"/>
            <ac:spMk id="107" creationId="{00000000-0000-0000-0000-000000000000}"/>
          </ac:spMkLst>
        </pc:spChg>
        <pc:spChg chg="mod">
          <ac:chgData name="Hariaksha Gunda" userId="c3d5802c32daedcc" providerId="LiveId" clId="{721868BD-F9F7-49CA-A317-5B179EA2F347}" dt="2024-03-16T04:28:56.506" v="6003" actId="1035"/>
          <ac:spMkLst>
            <pc:docMk/>
            <pc:sldMk cId="0" sldId="256"/>
            <ac:spMk id="108" creationId="{00000000-0000-0000-0000-000000000000}"/>
          </ac:spMkLst>
        </pc:spChg>
        <pc:spChg chg="mod">
          <ac:chgData name="Hariaksha Gunda" userId="c3d5802c32daedcc" providerId="LiveId" clId="{721868BD-F9F7-49CA-A317-5B179EA2F347}" dt="2024-03-16T04:28:12.266" v="5957" actId="20577"/>
          <ac:spMkLst>
            <pc:docMk/>
            <pc:sldMk cId="0" sldId="256"/>
            <ac:spMk id="110" creationId="{00000000-0000-0000-0000-000000000000}"/>
          </ac:spMkLst>
        </pc:spChg>
        <pc:spChg chg="mod">
          <ac:chgData name="Hariaksha Gunda" userId="c3d5802c32daedcc" providerId="LiveId" clId="{721868BD-F9F7-49CA-A317-5B179EA2F347}" dt="2024-03-16T04:28:56.506" v="6003" actId="1035"/>
          <ac:spMkLst>
            <pc:docMk/>
            <pc:sldMk cId="0" sldId="256"/>
            <ac:spMk id="111" creationId="{00000000-0000-0000-0000-000000000000}"/>
          </ac:spMkLst>
        </pc:spChg>
        <pc:spChg chg="del">
          <ac:chgData name="Hariaksha Gunda" userId="c3d5802c32daedcc" providerId="LiveId" clId="{721868BD-F9F7-49CA-A317-5B179EA2F347}" dt="2024-03-14T17:59:42.562" v="1622" actId="478"/>
          <ac:spMkLst>
            <pc:docMk/>
            <pc:sldMk cId="0" sldId="256"/>
            <ac:spMk id="112" creationId="{00000000-0000-0000-0000-000000000000}"/>
          </ac:spMkLst>
        </pc:spChg>
        <pc:spChg chg="mod">
          <ac:chgData name="Hariaksha Gunda" userId="c3d5802c32daedcc" providerId="LiveId" clId="{721868BD-F9F7-49CA-A317-5B179EA2F347}" dt="2024-03-15T20:17:04.875" v="2190" actId="255"/>
          <ac:spMkLst>
            <pc:docMk/>
            <pc:sldMk cId="0" sldId="256"/>
            <ac:spMk id="115" creationId="{00000000-0000-0000-0000-000000000000}"/>
          </ac:spMkLst>
        </pc:spChg>
        <pc:spChg chg="mod">
          <ac:chgData name="Hariaksha Gunda" userId="c3d5802c32daedcc" providerId="LiveId" clId="{721868BD-F9F7-49CA-A317-5B179EA2F347}" dt="2024-03-15T23:19:43.915" v="3869" actId="20577"/>
          <ac:spMkLst>
            <pc:docMk/>
            <pc:sldMk cId="0" sldId="256"/>
            <ac:spMk id="119" creationId="{00000000-0000-0000-0000-000000000000}"/>
          </ac:spMkLst>
        </pc:spChg>
        <pc:spChg chg="mod">
          <ac:chgData name="Hariaksha Gunda" userId="c3d5802c32daedcc" providerId="LiveId" clId="{721868BD-F9F7-49CA-A317-5B179EA2F347}" dt="2024-03-15T20:17:12.157" v="2193" actId="255"/>
          <ac:spMkLst>
            <pc:docMk/>
            <pc:sldMk cId="0" sldId="256"/>
            <ac:spMk id="123" creationId="{00000000-0000-0000-0000-000000000000}"/>
          </ac:spMkLst>
        </pc:spChg>
        <pc:spChg chg="mod">
          <ac:chgData name="Hariaksha Gunda" userId="c3d5802c32daedcc" providerId="LiveId" clId="{721868BD-F9F7-49CA-A317-5B179EA2F347}" dt="2024-03-15T22:38:01.233" v="3298" actId="20577"/>
          <ac:spMkLst>
            <pc:docMk/>
            <pc:sldMk cId="0" sldId="256"/>
            <ac:spMk id="127" creationId="{00000000-0000-0000-0000-000000000000}"/>
          </ac:spMkLst>
        </pc:spChg>
        <pc:spChg chg="mod">
          <ac:chgData name="Hariaksha Gunda" userId="c3d5802c32daedcc" providerId="LiveId" clId="{721868BD-F9F7-49CA-A317-5B179EA2F347}" dt="2024-03-16T04:03:37.290" v="5060" actId="1076"/>
          <ac:spMkLst>
            <pc:docMk/>
            <pc:sldMk cId="0" sldId="256"/>
            <ac:spMk id="128" creationId="{00000000-0000-0000-0000-000000000000}"/>
          </ac:spMkLst>
        </pc:spChg>
        <pc:spChg chg="mod">
          <ac:chgData name="Hariaksha Gunda" userId="c3d5802c32daedcc" providerId="LiveId" clId="{721868BD-F9F7-49CA-A317-5B179EA2F347}" dt="2024-03-16T04:03:37.290" v="5060" actId="1076"/>
          <ac:spMkLst>
            <pc:docMk/>
            <pc:sldMk cId="0" sldId="256"/>
            <ac:spMk id="129" creationId="{00000000-0000-0000-0000-000000000000}"/>
          </ac:spMkLst>
        </pc:spChg>
        <pc:spChg chg="mod">
          <ac:chgData name="Hariaksha Gunda" userId="c3d5802c32daedcc" providerId="LiveId" clId="{721868BD-F9F7-49CA-A317-5B179EA2F347}" dt="2024-03-16T04:53:31.227" v="6080" actId="20577"/>
          <ac:spMkLst>
            <pc:docMk/>
            <pc:sldMk cId="0" sldId="256"/>
            <ac:spMk id="130" creationId="{00000000-0000-0000-0000-000000000000}"/>
          </ac:spMkLst>
        </pc:spChg>
        <pc:spChg chg="mod">
          <ac:chgData name="Hariaksha Gunda" userId="c3d5802c32daedcc" providerId="LiveId" clId="{721868BD-F9F7-49CA-A317-5B179EA2F347}" dt="2024-03-16T04:03:37.290" v="5060" actId="1076"/>
          <ac:spMkLst>
            <pc:docMk/>
            <pc:sldMk cId="0" sldId="256"/>
            <ac:spMk id="131" creationId="{00000000-0000-0000-0000-000000000000}"/>
          </ac:spMkLst>
        </pc:spChg>
        <pc:spChg chg="mod">
          <ac:chgData name="Hariaksha Gunda" userId="c3d5802c32daedcc" providerId="LiveId" clId="{721868BD-F9F7-49CA-A317-5B179EA2F347}" dt="2024-03-16T04:28:43.901" v="5980" actId="1035"/>
          <ac:spMkLst>
            <pc:docMk/>
            <pc:sldMk cId="0" sldId="256"/>
            <ac:spMk id="133" creationId="{00000000-0000-0000-0000-000000000000}"/>
          </ac:spMkLst>
        </pc:spChg>
        <pc:spChg chg="mod">
          <ac:chgData name="Hariaksha Gunda" userId="c3d5802c32daedcc" providerId="LiveId" clId="{721868BD-F9F7-49CA-A317-5B179EA2F347}" dt="2024-03-16T04:28:43.901" v="5980" actId="1035"/>
          <ac:spMkLst>
            <pc:docMk/>
            <pc:sldMk cId="0" sldId="256"/>
            <ac:spMk id="134" creationId="{00000000-0000-0000-0000-000000000000}"/>
          </ac:spMkLst>
        </pc:spChg>
        <pc:spChg chg="mod">
          <ac:chgData name="Hariaksha Gunda" userId="c3d5802c32daedcc" providerId="LiveId" clId="{721868BD-F9F7-49CA-A317-5B179EA2F347}" dt="2024-03-16T04:03:37.290" v="5060" actId="1076"/>
          <ac:spMkLst>
            <pc:docMk/>
            <pc:sldMk cId="0" sldId="256"/>
            <ac:spMk id="135" creationId="{00000000-0000-0000-0000-000000000000}"/>
          </ac:spMkLst>
        </pc:spChg>
        <pc:spChg chg="mod">
          <ac:chgData name="Hariaksha Gunda" userId="c3d5802c32daedcc" providerId="LiveId" clId="{721868BD-F9F7-49CA-A317-5B179EA2F347}" dt="2024-03-16T04:03:37.290" v="5060" actId="1076"/>
          <ac:spMkLst>
            <pc:docMk/>
            <pc:sldMk cId="0" sldId="256"/>
            <ac:spMk id="136" creationId="{00000000-0000-0000-0000-000000000000}"/>
          </ac:spMkLst>
        </pc:spChg>
        <pc:spChg chg="del">
          <ac:chgData name="Hariaksha Gunda" userId="c3d5802c32daedcc" providerId="LiveId" clId="{721868BD-F9F7-49CA-A317-5B179EA2F347}" dt="2024-03-14T17:59:37.951" v="1620" actId="478"/>
          <ac:spMkLst>
            <pc:docMk/>
            <pc:sldMk cId="0" sldId="256"/>
            <ac:spMk id="137" creationId="{00000000-0000-0000-0000-000000000000}"/>
          </ac:spMkLst>
        </pc:spChg>
        <pc:spChg chg="mod">
          <ac:chgData name="Hariaksha Gunda" userId="c3d5802c32daedcc" providerId="LiveId" clId="{721868BD-F9F7-49CA-A317-5B179EA2F347}" dt="2024-03-16T03:30:41.209" v="4309" actId="20577"/>
          <ac:spMkLst>
            <pc:docMk/>
            <pc:sldMk cId="0" sldId="256"/>
            <ac:spMk id="141" creationId="{00000000-0000-0000-0000-000000000000}"/>
          </ac:spMkLst>
        </pc:spChg>
        <pc:spChg chg="del">
          <ac:chgData name="Hariaksha Gunda" userId="c3d5802c32daedcc" providerId="LiveId" clId="{721868BD-F9F7-49CA-A317-5B179EA2F347}" dt="2024-03-14T17:59:34.545" v="1619" actId="478"/>
          <ac:spMkLst>
            <pc:docMk/>
            <pc:sldMk cId="0" sldId="256"/>
            <ac:spMk id="166" creationId="{00000000-0000-0000-0000-000000000000}"/>
          </ac:spMkLst>
        </pc:spChg>
        <pc:spChg chg="mod">
          <ac:chgData name="Hariaksha Gunda" userId="c3d5802c32daedcc" providerId="LiveId" clId="{721868BD-F9F7-49CA-A317-5B179EA2F347}" dt="2024-03-16T05:02:09.439" v="6237" actId="1036"/>
          <ac:spMkLst>
            <pc:docMk/>
            <pc:sldMk cId="0" sldId="256"/>
            <ac:spMk id="167" creationId="{00000000-0000-0000-0000-000000000000}"/>
          </ac:spMkLst>
        </pc:spChg>
        <pc:spChg chg="mod">
          <ac:chgData name="Hariaksha Gunda" userId="c3d5802c32daedcc" providerId="LiveId" clId="{721868BD-F9F7-49CA-A317-5B179EA2F347}" dt="2024-03-16T04:50:43.417" v="6064" actId="20577"/>
          <ac:spMkLst>
            <pc:docMk/>
            <pc:sldMk cId="0" sldId="256"/>
            <ac:spMk id="168" creationId="{00000000-0000-0000-0000-000000000000}"/>
          </ac:spMkLst>
        </pc:spChg>
        <pc:spChg chg="mod">
          <ac:chgData name="Hariaksha Gunda" userId="c3d5802c32daedcc" providerId="LiveId" clId="{721868BD-F9F7-49CA-A317-5B179EA2F347}" dt="2024-03-16T04:28:56.506" v="6003" actId="1035"/>
          <ac:spMkLst>
            <pc:docMk/>
            <pc:sldMk cId="0" sldId="256"/>
            <ac:spMk id="169" creationId="{00000000-0000-0000-0000-000000000000}"/>
          </ac:spMkLst>
        </pc:spChg>
        <pc:spChg chg="mod">
          <ac:chgData name="Hariaksha Gunda" userId="c3d5802c32daedcc" providerId="LiveId" clId="{721868BD-F9F7-49CA-A317-5B179EA2F347}" dt="2024-03-16T04:28:56.506" v="6003" actId="1035"/>
          <ac:spMkLst>
            <pc:docMk/>
            <pc:sldMk cId="0" sldId="256"/>
            <ac:spMk id="170" creationId="{00000000-0000-0000-0000-000000000000}"/>
          </ac:spMkLst>
        </pc:spChg>
        <pc:spChg chg="mod">
          <ac:chgData name="Hariaksha Gunda" userId="c3d5802c32daedcc" providerId="LiveId" clId="{721868BD-F9F7-49CA-A317-5B179EA2F347}" dt="2024-03-16T04:28:56.506" v="6003" actId="1035"/>
          <ac:spMkLst>
            <pc:docMk/>
            <pc:sldMk cId="0" sldId="256"/>
            <ac:spMk id="171" creationId="{00000000-0000-0000-0000-000000000000}"/>
          </ac:spMkLst>
        </pc:spChg>
        <pc:grpChg chg="mod">
          <ac:chgData name="Hariaksha Gunda" userId="c3d5802c32daedcc" providerId="LiveId" clId="{721868BD-F9F7-49CA-A317-5B179EA2F347}" dt="2024-03-16T04:03:37.290" v="5060" actId="1076"/>
          <ac:grpSpMkLst>
            <pc:docMk/>
            <pc:sldMk cId="0" sldId="256"/>
            <ac:grpSpMk id="113" creationId="{00000000-0000-0000-0000-000000000000}"/>
          </ac:grpSpMkLst>
        </pc:grpChg>
        <pc:grpChg chg="del">
          <ac:chgData name="Hariaksha Gunda" userId="c3d5802c32daedcc" providerId="LiveId" clId="{721868BD-F9F7-49CA-A317-5B179EA2F347}" dt="2024-03-16T03:30:43.835" v="4310" actId="478"/>
          <ac:grpSpMkLst>
            <pc:docMk/>
            <pc:sldMk cId="0" sldId="256"/>
            <ac:grpSpMk id="139" creationId="{00000000-0000-0000-0000-000000000000}"/>
          </ac:grpSpMkLst>
        </pc:grpChg>
        <pc:graphicFrameChg chg="add del modGraphic">
          <ac:chgData name="Hariaksha Gunda" userId="c3d5802c32daedcc" providerId="LiveId" clId="{721868BD-F9F7-49CA-A317-5B179EA2F347}" dt="2024-03-16T03:59:57.803" v="4791" actId="478"/>
          <ac:graphicFrameMkLst>
            <pc:docMk/>
            <pc:sldMk cId="0" sldId="256"/>
            <ac:graphicFrameMk id="9" creationId="{2405037E-E009-971D-F413-6CA4C9BAA3AD}"/>
          </ac:graphicFrameMkLst>
        </pc:graphicFrameChg>
        <pc:graphicFrameChg chg="add del modGraphic">
          <ac:chgData name="Hariaksha Gunda" userId="c3d5802c32daedcc" providerId="LiveId" clId="{721868BD-F9F7-49CA-A317-5B179EA2F347}" dt="2024-03-16T03:59:56.533" v="4790" actId="478"/>
          <ac:graphicFrameMkLst>
            <pc:docMk/>
            <pc:sldMk cId="0" sldId="256"/>
            <ac:graphicFrameMk id="10" creationId="{0BEB46EF-7C13-9B4E-53EE-F11F1C418BBE}"/>
          </ac:graphicFrameMkLst>
        </pc:graphicFrameChg>
        <pc:graphicFrameChg chg="add del mod">
          <ac:chgData name="Hariaksha Gunda" userId="c3d5802c32daedcc" providerId="LiveId" clId="{721868BD-F9F7-49CA-A317-5B179EA2F347}" dt="2024-03-16T03:59:54.868" v="4789" actId="478"/>
          <ac:graphicFrameMkLst>
            <pc:docMk/>
            <pc:sldMk cId="0" sldId="256"/>
            <ac:graphicFrameMk id="11" creationId="{3EAA4E0A-7778-B328-8090-390157B12A03}"/>
          </ac:graphicFrameMkLst>
        </pc:graphicFrameChg>
        <pc:graphicFrameChg chg="add mod modGraphic">
          <ac:chgData name="Hariaksha Gunda" userId="c3d5802c32daedcc" providerId="LiveId" clId="{721868BD-F9F7-49CA-A317-5B179EA2F347}" dt="2024-03-16T04:50:21.962" v="6058" actId="20577"/>
          <ac:graphicFrameMkLst>
            <pc:docMk/>
            <pc:sldMk cId="0" sldId="256"/>
            <ac:graphicFrameMk id="12" creationId="{AE49C644-9D36-EA05-FF38-AF1DBF4787AD}"/>
          </ac:graphicFrameMkLst>
        </pc:graphicFrameChg>
        <pc:graphicFrameChg chg="add mod modGraphic">
          <ac:chgData name="Hariaksha Gunda" userId="c3d5802c32daedcc" providerId="LiveId" clId="{721868BD-F9F7-49CA-A317-5B179EA2F347}" dt="2024-03-16T05:01:56.672" v="6220" actId="1036"/>
          <ac:graphicFrameMkLst>
            <pc:docMk/>
            <pc:sldMk cId="0" sldId="256"/>
            <ac:graphicFrameMk id="13" creationId="{D142EB76-012D-6B36-3088-9759EA3E14BD}"/>
          </ac:graphicFrameMkLst>
        </pc:graphicFrameChg>
        <pc:graphicFrameChg chg="add del modGraphic">
          <ac:chgData name="Hariaksha Gunda" userId="c3d5802c32daedcc" providerId="LiveId" clId="{721868BD-F9F7-49CA-A317-5B179EA2F347}" dt="2024-03-16T04:12:20.811" v="5342" actId="21"/>
          <ac:graphicFrameMkLst>
            <pc:docMk/>
            <pc:sldMk cId="0" sldId="256"/>
            <ac:graphicFrameMk id="14" creationId="{3FDE91CB-87D9-59F3-1448-9D59A3D89038}"/>
          </ac:graphicFrameMkLst>
        </pc:graphicFrameChg>
        <pc:graphicFrameChg chg="add del">
          <ac:chgData name="Hariaksha Gunda" userId="c3d5802c32daedcc" providerId="LiveId" clId="{721868BD-F9F7-49CA-A317-5B179EA2F347}" dt="2024-03-16T04:18:03.058" v="5382" actId="478"/>
          <ac:graphicFrameMkLst>
            <pc:docMk/>
            <pc:sldMk cId="0" sldId="256"/>
            <ac:graphicFrameMk id="16" creationId="{4B9A7692-D74F-F89A-542B-066229E0423E}"/>
          </ac:graphicFrameMkLst>
        </pc:graphicFrameChg>
        <pc:graphicFrameChg chg="add mod modGraphic">
          <ac:chgData name="Hariaksha Gunda" userId="c3d5802c32daedcc" providerId="LiveId" clId="{721868BD-F9F7-49CA-A317-5B179EA2F347}" dt="2024-03-16T05:02:06.433" v="6231" actId="1035"/>
          <ac:graphicFrameMkLst>
            <pc:docMk/>
            <pc:sldMk cId="0" sldId="256"/>
            <ac:graphicFrameMk id="17" creationId="{8F14349A-38C7-43F4-7882-3DAFAD7AC63E}"/>
          </ac:graphicFrameMkLst>
        </pc:graphicFrameChg>
        <pc:picChg chg="add del mod">
          <ac:chgData name="Hariaksha Gunda" userId="c3d5802c32daedcc" providerId="LiveId" clId="{721868BD-F9F7-49CA-A317-5B179EA2F347}" dt="2024-03-11T04:09:17.803" v="46" actId="478"/>
          <ac:picMkLst>
            <pc:docMk/>
            <pc:sldMk cId="0" sldId="256"/>
            <ac:picMk id="2" creationId="{4272945D-0216-09C0-F887-EC13BCDF2E45}"/>
          </ac:picMkLst>
        </pc:picChg>
        <pc:picChg chg="add mod">
          <ac:chgData name="Hariaksha Gunda" userId="c3d5802c32daedcc" providerId="LiveId" clId="{721868BD-F9F7-49CA-A317-5B179EA2F347}" dt="2024-03-16T04:03:37.290" v="5060" actId="1076"/>
          <ac:picMkLst>
            <pc:docMk/>
            <pc:sldMk cId="0" sldId="256"/>
            <ac:picMk id="3" creationId="{0F454FC8-6F81-FA71-B2C1-B7EC7489198F}"/>
          </ac:picMkLst>
        </pc:picChg>
        <pc:picChg chg="add mod">
          <ac:chgData name="Hariaksha Gunda" userId="c3d5802c32daedcc" providerId="LiveId" clId="{721868BD-F9F7-49CA-A317-5B179EA2F347}" dt="2024-03-16T04:30:36.801" v="6029" actId="1038"/>
          <ac:picMkLst>
            <pc:docMk/>
            <pc:sldMk cId="0" sldId="256"/>
            <ac:picMk id="4" creationId="{A09FCC25-E2AC-AE9F-2C65-58688AEA1119}"/>
          </ac:picMkLst>
        </pc:picChg>
        <pc:picChg chg="add del mod">
          <ac:chgData name="Hariaksha Gunda" userId="c3d5802c32daedcc" providerId="LiveId" clId="{721868BD-F9F7-49CA-A317-5B179EA2F347}" dt="2024-03-16T03:36:19.738" v="4443" actId="478"/>
          <ac:picMkLst>
            <pc:docMk/>
            <pc:sldMk cId="0" sldId="256"/>
            <ac:picMk id="5" creationId="{4514A148-11EE-C2EB-FE99-E0643BDBBCDC}"/>
          </ac:picMkLst>
        </pc:picChg>
        <pc:picChg chg="add mod">
          <ac:chgData name="Hariaksha Gunda" userId="c3d5802c32daedcc" providerId="LiveId" clId="{721868BD-F9F7-49CA-A317-5B179EA2F347}" dt="2024-03-16T04:30:12.328" v="6007" actId="1038"/>
          <ac:picMkLst>
            <pc:docMk/>
            <pc:sldMk cId="0" sldId="256"/>
            <ac:picMk id="7" creationId="{FFBDD742-4AF4-BE04-6165-F2C1F2975299}"/>
          </ac:picMkLst>
        </pc:picChg>
        <pc:picChg chg="add del mod">
          <ac:chgData name="Hariaksha Gunda" userId="c3d5802c32daedcc" providerId="LiveId" clId="{721868BD-F9F7-49CA-A317-5B179EA2F347}" dt="2024-03-16T04:17:14.556" v="5380" actId="478"/>
          <ac:picMkLst>
            <pc:docMk/>
            <pc:sldMk cId="0" sldId="256"/>
            <ac:picMk id="15" creationId="{53FAF450-5287-D64F-AEE0-956A6D4E6E00}"/>
          </ac:picMkLst>
        </pc:picChg>
        <pc:picChg chg="mod">
          <ac:chgData name="Hariaksha Gunda" userId="c3d5802c32daedcc" providerId="LiveId" clId="{721868BD-F9F7-49CA-A317-5B179EA2F347}" dt="2024-03-16T04:03:37.290" v="5060" actId="1076"/>
          <ac:picMkLst>
            <pc:docMk/>
            <pc:sldMk cId="0" sldId="256"/>
            <ac:picMk id="106" creationId="{00000000-0000-0000-0000-000000000000}"/>
          </ac:picMkLst>
        </pc:picChg>
        <pc:picChg chg="mod">
          <ac:chgData name="Hariaksha Gunda" userId="c3d5802c32daedcc" providerId="LiveId" clId="{721868BD-F9F7-49CA-A317-5B179EA2F347}" dt="2024-03-16T04:03:37.290" v="5060" actId="1076"/>
          <ac:picMkLst>
            <pc:docMk/>
            <pc:sldMk cId="0" sldId="256"/>
            <ac:picMk id="109" creationId="{00000000-0000-0000-0000-000000000000}"/>
          </ac:picMkLst>
        </pc:picChg>
        <pc:picChg chg="del">
          <ac:chgData name="Hariaksha Gunda" userId="c3d5802c32daedcc" providerId="LiveId" clId="{721868BD-F9F7-49CA-A317-5B179EA2F347}" dt="2024-03-11T04:20:28.493" v="143" actId="478"/>
          <ac:picMkLst>
            <pc:docMk/>
            <pc:sldMk cId="0" sldId="256"/>
            <ac:picMk id="132" creationId="{00000000-0000-0000-0000-000000000000}"/>
          </ac:picMkLst>
        </pc:picChg>
        <pc:picChg chg="del">
          <ac:chgData name="Hariaksha Gunda" userId="c3d5802c32daedcc" providerId="LiveId" clId="{721868BD-F9F7-49CA-A317-5B179EA2F347}" dt="2024-03-14T17:59:39.527" v="1621" actId="478"/>
          <ac:picMkLst>
            <pc:docMk/>
            <pc:sldMk cId="0" sldId="256"/>
            <ac:picMk id="138" creationId="{00000000-0000-0000-0000-000000000000}"/>
          </ac:picMkLst>
        </pc:picChg>
      </pc:sldChg>
      <pc:sldChg chg="addSp delSp modSp new del mod setBg">
        <pc:chgData name="Hariaksha Gunda" userId="c3d5802c32daedcc" providerId="LiveId" clId="{721868BD-F9F7-49CA-A317-5B179EA2F347}" dt="2024-03-12T04:09:56.657" v="1573" actId="47"/>
        <pc:sldMkLst>
          <pc:docMk/>
          <pc:sldMk cId="3697769384" sldId="257"/>
        </pc:sldMkLst>
        <pc:spChg chg="del">
          <ac:chgData name="Hariaksha Gunda" userId="c3d5802c32daedcc" providerId="LiveId" clId="{721868BD-F9F7-49CA-A317-5B179EA2F347}" dt="2024-03-11T04:05:47.783" v="28" actId="478"/>
          <ac:spMkLst>
            <pc:docMk/>
            <pc:sldMk cId="3697769384" sldId="257"/>
            <ac:spMk id="2" creationId="{14F2547A-DE24-2153-C060-2F58E2D2E39D}"/>
          </ac:spMkLst>
        </pc:spChg>
        <pc:spChg chg="del mod">
          <ac:chgData name="Hariaksha Gunda" userId="c3d5802c32daedcc" providerId="LiveId" clId="{721868BD-F9F7-49CA-A317-5B179EA2F347}" dt="2024-03-11T04:05:46.378" v="27" actId="478"/>
          <ac:spMkLst>
            <pc:docMk/>
            <pc:sldMk cId="3697769384" sldId="257"/>
            <ac:spMk id="3" creationId="{93638215-D025-843E-686B-6CDA7D8D8598}"/>
          </ac:spMkLst>
        </pc:spChg>
        <pc:spChg chg="add">
          <ac:chgData name="Hariaksha Gunda" userId="c3d5802c32daedcc" providerId="LiveId" clId="{721868BD-F9F7-49CA-A317-5B179EA2F347}" dt="2024-03-11T04:05:29.330" v="23"/>
          <ac:spMkLst>
            <pc:docMk/>
            <pc:sldMk cId="3697769384" sldId="257"/>
            <ac:spMk id="4" creationId="{B7A7DA59-F2B1-4417-29DE-FBCE770DFA28}"/>
          </ac:spMkLst>
        </pc:spChg>
        <pc:spChg chg="add del mod">
          <ac:chgData name="Hariaksha Gunda" userId="c3d5802c32daedcc" providerId="LiveId" clId="{721868BD-F9F7-49CA-A317-5B179EA2F347}" dt="2024-03-11T04:05:42.209" v="25" actId="478"/>
          <ac:spMkLst>
            <pc:docMk/>
            <pc:sldMk cId="3697769384" sldId="257"/>
            <ac:spMk id="5" creationId="{75738539-024A-FAB5-994C-31993B7C5C6B}"/>
          </ac:spMkLst>
        </pc:spChg>
        <pc:spChg chg="add del mod">
          <ac:chgData name="Hariaksha Gunda" userId="c3d5802c32daedcc" providerId="LiveId" clId="{721868BD-F9F7-49CA-A317-5B179EA2F347}" dt="2024-03-11T04:05:57.346" v="31" actId="478"/>
          <ac:spMkLst>
            <pc:docMk/>
            <pc:sldMk cId="3697769384" sldId="257"/>
            <ac:spMk id="6" creationId="{39E0B646-2F3A-7EA0-4043-3B1951EFAEF2}"/>
          </ac:spMkLst>
        </pc:spChg>
        <pc:spChg chg="add del mod">
          <ac:chgData name="Hariaksha Gunda" userId="c3d5802c32daedcc" providerId="LiveId" clId="{721868BD-F9F7-49CA-A317-5B179EA2F347}" dt="2024-03-11T04:07:06.144" v="35" actId="478"/>
          <ac:spMkLst>
            <pc:docMk/>
            <pc:sldMk cId="3697769384" sldId="257"/>
            <ac:spMk id="7" creationId="{5DAABD33-522B-76BD-DCB3-852CC3065318}"/>
          </ac:spMkLst>
        </pc:spChg>
        <pc:spChg chg="add mod">
          <ac:chgData name="Hariaksha Gunda" userId="c3d5802c32daedcc" providerId="LiveId" clId="{721868BD-F9F7-49CA-A317-5B179EA2F347}" dt="2024-03-11T04:20:48.242" v="153" actId="20577"/>
          <ac:spMkLst>
            <pc:docMk/>
            <pc:sldMk cId="3697769384" sldId="257"/>
            <ac:spMk id="10" creationId="{419A1673-2472-069B-630A-FCDA48C806F8}"/>
          </ac:spMkLst>
        </pc:spChg>
        <pc:picChg chg="add del mod">
          <ac:chgData name="Hariaksha Gunda" userId="c3d5802c32daedcc" providerId="LiveId" clId="{721868BD-F9F7-49CA-A317-5B179EA2F347}" dt="2024-03-11T04:16:09.927" v="66" actId="478"/>
          <ac:picMkLst>
            <pc:docMk/>
            <pc:sldMk cId="3697769384" sldId="257"/>
            <ac:picMk id="9" creationId="{72391338-A6CB-4EFF-5C7D-D76818DAD5DB}"/>
          </ac:picMkLst>
        </pc:picChg>
        <pc:picChg chg="add del mod">
          <ac:chgData name="Hariaksha Gunda" userId="c3d5802c32daedcc" providerId="LiveId" clId="{721868BD-F9F7-49CA-A317-5B179EA2F347}" dt="2024-03-11T04:17:34.096" v="84" actId="478"/>
          <ac:picMkLst>
            <pc:docMk/>
            <pc:sldMk cId="3697769384" sldId="257"/>
            <ac:picMk id="12" creationId="{9F34C0F5-80A7-0C62-F1FE-4ABA67AB91A1}"/>
          </ac:picMkLst>
        </pc:picChg>
        <pc:picChg chg="add mod">
          <ac:chgData name="Hariaksha Gunda" userId="c3d5802c32daedcc" providerId="LiveId" clId="{721868BD-F9F7-49CA-A317-5B179EA2F347}" dt="2024-03-11T04:20:58.223" v="154" actId="1076"/>
          <ac:picMkLst>
            <pc:docMk/>
            <pc:sldMk cId="3697769384" sldId="257"/>
            <ac:picMk id="14" creationId="{E626D29A-7252-DC6D-84FB-B68805986314}"/>
          </ac:picMkLst>
        </pc:picChg>
        <pc:picChg chg="add del mod">
          <ac:chgData name="Hariaksha Gunda" userId="c3d5802c32daedcc" providerId="LiveId" clId="{721868BD-F9F7-49CA-A317-5B179EA2F347}" dt="2024-03-11T04:10:53.182" v="50" actId="478"/>
          <ac:picMkLst>
            <pc:docMk/>
            <pc:sldMk cId="3697769384" sldId="257"/>
            <ac:picMk id="1034" creationId="{8B075210-236E-E942-2578-735D46CCCBFD}"/>
          </ac:picMkLst>
        </pc:picChg>
      </pc:sldChg>
      <pc:sldMasterChg chg="delSldLayout">
        <pc:chgData name="Hariaksha Gunda" userId="c3d5802c32daedcc" providerId="LiveId" clId="{721868BD-F9F7-49CA-A317-5B179EA2F347}" dt="2024-03-12T04:09:56.657" v="1573" actId="47"/>
        <pc:sldMasterMkLst>
          <pc:docMk/>
          <pc:sldMasterMk cId="0" sldId="2147483648"/>
        </pc:sldMasterMkLst>
        <pc:sldLayoutChg chg="del">
          <pc:chgData name="Hariaksha Gunda" userId="c3d5802c32daedcc" providerId="LiveId" clId="{721868BD-F9F7-49CA-A317-5B179EA2F347}" dt="2024-03-12T04:09:56.657" v="1573" actId="47"/>
          <pc:sldLayoutMkLst>
            <pc:docMk/>
            <pc:sldMasterMk cId="0" sldId="2147483648"/>
            <pc:sldLayoutMk cId="0" sldId="214748365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11488" cy="4635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37000" y="0"/>
            <a:ext cx="3011488" cy="46355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525"/>
            <a:ext cx="3011488" cy="46355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1:notes"/>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291840" y="10226042"/>
            <a:ext cx="37307520" cy="70561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6583680" y="18653760"/>
            <a:ext cx="30723840" cy="8412480"/>
          </a:xfrm>
          <a:prstGeom prst="rect">
            <a:avLst/>
          </a:prstGeom>
          <a:noFill/>
          <a:ln>
            <a:noFill/>
          </a:ln>
        </p:spPr>
        <p:txBody>
          <a:bodyPr spcFirstLastPara="1" wrap="square" lIns="438900" tIns="219450" rIns="438900" bIns="219450" anchor="t" anchorCtr="0">
            <a:normAutofit/>
          </a:bodyPr>
          <a:lstStyle>
            <a:lvl1pPr lvl="0" algn="ctr">
              <a:spcBef>
                <a:spcPts val="3080"/>
              </a:spcBef>
              <a:spcAft>
                <a:spcPts val="0"/>
              </a:spcAft>
              <a:buClr>
                <a:srgbClr val="BF8B8E"/>
              </a:buClr>
              <a:buSzPts val="15400"/>
              <a:buNone/>
              <a:defRPr>
                <a:solidFill>
                  <a:srgbClr val="BF8B8E"/>
                </a:solidFill>
              </a:defRPr>
            </a:lvl1pPr>
            <a:lvl2pPr lvl="1" algn="ctr">
              <a:spcBef>
                <a:spcPts val="2680"/>
              </a:spcBef>
              <a:spcAft>
                <a:spcPts val="0"/>
              </a:spcAft>
              <a:buClr>
                <a:srgbClr val="BF8B8E"/>
              </a:buClr>
              <a:buSzPts val="13400"/>
              <a:buNone/>
              <a:defRPr>
                <a:solidFill>
                  <a:srgbClr val="BF8B8E"/>
                </a:solidFill>
              </a:defRPr>
            </a:lvl2pPr>
            <a:lvl3pPr lvl="2" algn="ctr">
              <a:spcBef>
                <a:spcPts val="2300"/>
              </a:spcBef>
              <a:spcAft>
                <a:spcPts val="0"/>
              </a:spcAft>
              <a:buClr>
                <a:srgbClr val="BF8B8E"/>
              </a:buClr>
              <a:buSzPts val="11500"/>
              <a:buNone/>
              <a:defRPr>
                <a:solidFill>
                  <a:srgbClr val="BF8B8E"/>
                </a:solidFill>
              </a:defRPr>
            </a:lvl3pPr>
            <a:lvl4pPr lvl="3" algn="ctr">
              <a:spcBef>
                <a:spcPts val="1920"/>
              </a:spcBef>
              <a:spcAft>
                <a:spcPts val="0"/>
              </a:spcAft>
              <a:buClr>
                <a:srgbClr val="BF8B8E"/>
              </a:buClr>
              <a:buSzPts val="9600"/>
              <a:buNone/>
              <a:defRPr>
                <a:solidFill>
                  <a:srgbClr val="BF8B8E"/>
                </a:solidFill>
              </a:defRPr>
            </a:lvl4pPr>
            <a:lvl5pPr lvl="4" algn="ctr">
              <a:spcBef>
                <a:spcPts val="1920"/>
              </a:spcBef>
              <a:spcAft>
                <a:spcPts val="0"/>
              </a:spcAft>
              <a:buClr>
                <a:srgbClr val="BF8B8E"/>
              </a:buClr>
              <a:buSzPts val="9600"/>
              <a:buNone/>
              <a:defRPr>
                <a:solidFill>
                  <a:srgbClr val="BF8B8E"/>
                </a:solidFill>
              </a:defRPr>
            </a:lvl5pPr>
            <a:lvl6pPr lvl="5" algn="ctr">
              <a:spcBef>
                <a:spcPts val="1920"/>
              </a:spcBef>
              <a:spcAft>
                <a:spcPts val="0"/>
              </a:spcAft>
              <a:buClr>
                <a:srgbClr val="BF8B8E"/>
              </a:buClr>
              <a:buSzPts val="9600"/>
              <a:buNone/>
              <a:defRPr>
                <a:solidFill>
                  <a:srgbClr val="BF8B8E"/>
                </a:solidFill>
              </a:defRPr>
            </a:lvl6pPr>
            <a:lvl7pPr lvl="6" algn="ctr">
              <a:spcBef>
                <a:spcPts val="1920"/>
              </a:spcBef>
              <a:spcAft>
                <a:spcPts val="0"/>
              </a:spcAft>
              <a:buClr>
                <a:srgbClr val="BF8B8E"/>
              </a:buClr>
              <a:buSzPts val="9600"/>
              <a:buNone/>
              <a:defRPr>
                <a:solidFill>
                  <a:srgbClr val="BF8B8E"/>
                </a:solidFill>
              </a:defRPr>
            </a:lvl7pPr>
            <a:lvl8pPr lvl="7" algn="ctr">
              <a:spcBef>
                <a:spcPts val="1920"/>
              </a:spcBef>
              <a:spcAft>
                <a:spcPts val="0"/>
              </a:spcAft>
              <a:buClr>
                <a:srgbClr val="BF8B8E"/>
              </a:buClr>
              <a:buSzPts val="9600"/>
              <a:buNone/>
              <a:defRPr>
                <a:solidFill>
                  <a:srgbClr val="BF8B8E"/>
                </a:solidFill>
              </a:defRPr>
            </a:lvl8pPr>
            <a:lvl9pPr lvl="8" algn="ctr">
              <a:spcBef>
                <a:spcPts val="1920"/>
              </a:spcBef>
              <a:spcAft>
                <a:spcPts val="0"/>
              </a:spcAft>
              <a:buClr>
                <a:srgbClr val="BF8B8E"/>
              </a:buClr>
              <a:buSzPts val="9600"/>
              <a:buNone/>
              <a:defRPr>
                <a:solidFill>
                  <a:srgbClr val="BF8B8E"/>
                </a:solidFill>
              </a:defRPr>
            </a:lvl9pPr>
          </a:lstStyle>
          <a:p>
            <a:endParaRPr/>
          </a:p>
        </p:txBody>
      </p:sp>
      <p:sp>
        <p:nvSpPr>
          <p:cNvPr id="18" name="Google Shape;18;p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3467102" y="21153122"/>
            <a:ext cx="37307520" cy="653796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orbel"/>
              <a:buNone/>
              <a:defRPr sz="192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3467102" y="13952225"/>
            <a:ext cx="37307520" cy="7200898"/>
          </a:xfrm>
          <a:prstGeom prst="rect">
            <a:avLst/>
          </a:prstGeom>
          <a:noFill/>
          <a:ln>
            <a:noFill/>
          </a:ln>
        </p:spPr>
        <p:txBody>
          <a:bodyPr spcFirstLastPara="1" wrap="square" lIns="438900" tIns="219450" rIns="438900" bIns="219450" anchor="b" anchorCtr="0">
            <a:normAutofit/>
          </a:bodyPr>
          <a:lstStyle>
            <a:lvl1pPr marL="457200" lvl="0" indent="-228600" algn="l">
              <a:spcBef>
                <a:spcPts val="1920"/>
              </a:spcBef>
              <a:spcAft>
                <a:spcPts val="0"/>
              </a:spcAft>
              <a:buClr>
                <a:srgbClr val="BF8B8E"/>
              </a:buClr>
              <a:buSzPts val="9600"/>
              <a:buNone/>
              <a:defRPr sz="9600">
                <a:solidFill>
                  <a:srgbClr val="BF8B8E"/>
                </a:solidFill>
              </a:defRPr>
            </a:lvl1pPr>
            <a:lvl2pPr marL="914400" lvl="1" indent="-228600" algn="l">
              <a:spcBef>
                <a:spcPts val="1720"/>
              </a:spcBef>
              <a:spcAft>
                <a:spcPts val="0"/>
              </a:spcAft>
              <a:buClr>
                <a:srgbClr val="BF8B8E"/>
              </a:buClr>
              <a:buSzPts val="8600"/>
              <a:buNone/>
              <a:defRPr sz="8600">
                <a:solidFill>
                  <a:srgbClr val="BF8B8E"/>
                </a:solidFill>
              </a:defRPr>
            </a:lvl2pPr>
            <a:lvl3pPr marL="1371600" lvl="2" indent="-228600" algn="l">
              <a:spcBef>
                <a:spcPts val="1540"/>
              </a:spcBef>
              <a:spcAft>
                <a:spcPts val="0"/>
              </a:spcAft>
              <a:buClr>
                <a:srgbClr val="BF8B8E"/>
              </a:buClr>
              <a:buSzPts val="7700"/>
              <a:buNone/>
              <a:defRPr sz="7700">
                <a:solidFill>
                  <a:srgbClr val="BF8B8E"/>
                </a:solidFill>
              </a:defRPr>
            </a:lvl3pPr>
            <a:lvl4pPr marL="1828800" lvl="3" indent="-228600" algn="l">
              <a:spcBef>
                <a:spcPts val="1340"/>
              </a:spcBef>
              <a:spcAft>
                <a:spcPts val="0"/>
              </a:spcAft>
              <a:buClr>
                <a:srgbClr val="BF8B8E"/>
              </a:buClr>
              <a:buSzPts val="6700"/>
              <a:buNone/>
              <a:defRPr sz="6700">
                <a:solidFill>
                  <a:srgbClr val="BF8B8E"/>
                </a:solidFill>
              </a:defRPr>
            </a:lvl4pPr>
            <a:lvl5pPr marL="2286000" lvl="4" indent="-228600" algn="l">
              <a:spcBef>
                <a:spcPts val="1340"/>
              </a:spcBef>
              <a:spcAft>
                <a:spcPts val="0"/>
              </a:spcAft>
              <a:buClr>
                <a:srgbClr val="BF8B8E"/>
              </a:buClr>
              <a:buSzPts val="6700"/>
              <a:buNone/>
              <a:defRPr sz="6700">
                <a:solidFill>
                  <a:srgbClr val="BF8B8E"/>
                </a:solidFill>
              </a:defRPr>
            </a:lvl5pPr>
            <a:lvl6pPr marL="2743200" lvl="5" indent="-228600" algn="l">
              <a:spcBef>
                <a:spcPts val="1340"/>
              </a:spcBef>
              <a:spcAft>
                <a:spcPts val="0"/>
              </a:spcAft>
              <a:buClr>
                <a:srgbClr val="BF8B8E"/>
              </a:buClr>
              <a:buSzPts val="6700"/>
              <a:buNone/>
              <a:defRPr sz="6700">
                <a:solidFill>
                  <a:srgbClr val="BF8B8E"/>
                </a:solidFill>
              </a:defRPr>
            </a:lvl6pPr>
            <a:lvl7pPr marL="3200400" lvl="6" indent="-228600" algn="l">
              <a:spcBef>
                <a:spcPts val="1340"/>
              </a:spcBef>
              <a:spcAft>
                <a:spcPts val="0"/>
              </a:spcAft>
              <a:buClr>
                <a:srgbClr val="BF8B8E"/>
              </a:buClr>
              <a:buSzPts val="6700"/>
              <a:buNone/>
              <a:defRPr sz="6700">
                <a:solidFill>
                  <a:srgbClr val="BF8B8E"/>
                </a:solidFill>
              </a:defRPr>
            </a:lvl7pPr>
            <a:lvl8pPr marL="3657600" lvl="7" indent="-228600" algn="l">
              <a:spcBef>
                <a:spcPts val="1340"/>
              </a:spcBef>
              <a:spcAft>
                <a:spcPts val="0"/>
              </a:spcAft>
              <a:buClr>
                <a:srgbClr val="BF8B8E"/>
              </a:buClr>
              <a:buSzPts val="6700"/>
              <a:buNone/>
              <a:defRPr sz="6700">
                <a:solidFill>
                  <a:srgbClr val="BF8B8E"/>
                </a:solidFill>
              </a:defRPr>
            </a:lvl8pPr>
            <a:lvl9pPr marL="4114800" lvl="8" indent="-228600" algn="l">
              <a:spcBef>
                <a:spcPts val="1340"/>
              </a:spcBef>
              <a:spcAft>
                <a:spcPts val="0"/>
              </a:spcAft>
              <a:buClr>
                <a:srgbClr val="BF8B8E"/>
              </a:buClr>
              <a:buSzPts val="6700"/>
              <a:buNone/>
              <a:defRPr sz="6700">
                <a:solidFill>
                  <a:srgbClr val="BF8B8E"/>
                </a:solidFill>
              </a:defRPr>
            </a:lvl9pPr>
          </a:lstStyle>
          <a:p>
            <a:endParaRPr/>
          </a:p>
        </p:txBody>
      </p:sp>
      <p:sp>
        <p:nvSpPr>
          <p:cNvPr id="30" name="Google Shape;30;p5"/>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1945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6" name="Google Shape;36;p6"/>
          <p:cNvSpPr txBox="1">
            <a:spLocks noGrp="1"/>
          </p:cNvSpPr>
          <p:nvPr>
            <p:ph type="body" idx="2"/>
          </p:nvPr>
        </p:nvSpPr>
        <p:spPr>
          <a:xfrm>
            <a:off x="223113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7" name="Google Shape;37;p6"/>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orbe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194560" y="7368542"/>
            <a:ext cx="19392902"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3" name="Google Shape;43;p7"/>
          <p:cNvSpPr txBox="1">
            <a:spLocks noGrp="1"/>
          </p:cNvSpPr>
          <p:nvPr>
            <p:ph type="body" idx="2"/>
          </p:nvPr>
        </p:nvSpPr>
        <p:spPr>
          <a:xfrm>
            <a:off x="2194560" y="10439400"/>
            <a:ext cx="19392902"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4" name="Google Shape;44;p7"/>
          <p:cNvSpPr txBox="1">
            <a:spLocks noGrp="1"/>
          </p:cNvSpPr>
          <p:nvPr>
            <p:ph type="body" idx="3"/>
          </p:nvPr>
        </p:nvSpPr>
        <p:spPr>
          <a:xfrm>
            <a:off x="22296122" y="7368542"/>
            <a:ext cx="19400520"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5" name="Google Shape;45;p7"/>
          <p:cNvSpPr txBox="1">
            <a:spLocks noGrp="1"/>
          </p:cNvSpPr>
          <p:nvPr>
            <p:ph type="body" idx="4"/>
          </p:nvPr>
        </p:nvSpPr>
        <p:spPr>
          <a:xfrm>
            <a:off x="22296122" y="10439400"/>
            <a:ext cx="19400520"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6" name="Google Shape;46;p7"/>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194563" y="1310640"/>
            <a:ext cx="14439902" cy="557784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7160240" y="1310643"/>
            <a:ext cx="24536400" cy="28094942"/>
          </a:xfrm>
          <a:prstGeom prst="rect">
            <a:avLst/>
          </a:prstGeom>
          <a:noFill/>
          <a:ln>
            <a:noFill/>
          </a:ln>
        </p:spPr>
        <p:txBody>
          <a:bodyPr spcFirstLastPara="1" wrap="square" lIns="438900" tIns="219450" rIns="438900" bIns="219450" anchor="t" anchorCtr="0">
            <a:normAutofit/>
          </a:bodyPr>
          <a:lstStyle>
            <a:lvl1pPr marL="457200" lvl="0" indent="-1206500" algn="l">
              <a:spcBef>
                <a:spcPts val="3080"/>
              </a:spcBef>
              <a:spcAft>
                <a:spcPts val="0"/>
              </a:spcAft>
              <a:buClr>
                <a:schemeClr val="dk1"/>
              </a:buClr>
              <a:buSzPts val="15400"/>
              <a:buChar char="•"/>
              <a:defRPr sz="15400"/>
            </a:lvl1pPr>
            <a:lvl2pPr marL="914400" lvl="1" indent="-1079500" algn="l">
              <a:spcBef>
                <a:spcPts val="2680"/>
              </a:spcBef>
              <a:spcAft>
                <a:spcPts val="0"/>
              </a:spcAft>
              <a:buClr>
                <a:schemeClr val="dk1"/>
              </a:buClr>
              <a:buSzPts val="13400"/>
              <a:buChar char="–"/>
              <a:defRPr sz="13400"/>
            </a:lvl2pPr>
            <a:lvl3pPr marL="1371600" lvl="2" indent="-958850" algn="l">
              <a:spcBef>
                <a:spcPts val="2300"/>
              </a:spcBef>
              <a:spcAft>
                <a:spcPts val="0"/>
              </a:spcAft>
              <a:buClr>
                <a:schemeClr val="dk1"/>
              </a:buClr>
              <a:buSzPts val="11500"/>
              <a:buChar char="•"/>
              <a:defRPr sz="11500"/>
            </a:lvl3pPr>
            <a:lvl4pPr marL="1828800" lvl="3" indent="-838200" algn="l">
              <a:spcBef>
                <a:spcPts val="1920"/>
              </a:spcBef>
              <a:spcAft>
                <a:spcPts val="0"/>
              </a:spcAft>
              <a:buClr>
                <a:schemeClr val="dk1"/>
              </a:buClr>
              <a:buSzPts val="9600"/>
              <a:buChar char="–"/>
              <a:defRPr sz="9600"/>
            </a:lvl4pPr>
            <a:lvl5pPr marL="2286000" lvl="4" indent="-838200" algn="l">
              <a:spcBef>
                <a:spcPts val="1920"/>
              </a:spcBef>
              <a:spcAft>
                <a:spcPts val="0"/>
              </a:spcAft>
              <a:buClr>
                <a:schemeClr val="dk1"/>
              </a:buClr>
              <a:buSzPts val="9600"/>
              <a:buChar char="»"/>
              <a:defRPr sz="9600"/>
            </a:lvl5pPr>
            <a:lvl6pPr marL="2743200" lvl="5" indent="-838200" algn="l">
              <a:spcBef>
                <a:spcPts val="1920"/>
              </a:spcBef>
              <a:spcAft>
                <a:spcPts val="0"/>
              </a:spcAft>
              <a:buClr>
                <a:schemeClr val="dk1"/>
              </a:buClr>
              <a:buSzPts val="9600"/>
              <a:buChar char="•"/>
              <a:defRPr sz="9600"/>
            </a:lvl6pPr>
            <a:lvl7pPr marL="3200400" lvl="6" indent="-838200" algn="l">
              <a:spcBef>
                <a:spcPts val="1920"/>
              </a:spcBef>
              <a:spcAft>
                <a:spcPts val="0"/>
              </a:spcAft>
              <a:buClr>
                <a:schemeClr val="dk1"/>
              </a:buClr>
              <a:buSzPts val="9600"/>
              <a:buChar char="•"/>
              <a:defRPr sz="9600"/>
            </a:lvl7pPr>
            <a:lvl8pPr marL="3657600" lvl="7" indent="-838200" algn="l">
              <a:spcBef>
                <a:spcPts val="1920"/>
              </a:spcBef>
              <a:spcAft>
                <a:spcPts val="0"/>
              </a:spcAft>
              <a:buClr>
                <a:schemeClr val="dk1"/>
              </a:buClr>
              <a:buSzPts val="9600"/>
              <a:buChar char="•"/>
              <a:defRPr sz="9600"/>
            </a:lvl8pPr>
            <a:lvl9pPr marL="4114800" lvl="8" indent="-838200" algn="l">
              <a:spcBef>
                <a:spcPts val="1920"/>
              </a:spcBef>
              <a:spcAft>
                <a:spcPts val="0"/>
              </a:spcAft>
              <a:buClr>
                <a:schemeClr val="dk1"/>
              </a:buClr>
              <a:buSzPts val="9600"/>
              <a:buChar char="•"/>
              <a:defRPr sz="9600"/>
            </a:lvl9pPr>
          </a:lstStyle>
          <a:p>
            <a:endParaRPr/>
          </a:p>
        </p:txBody>
      </p:sp>
      <p:sp>
        <p:nvSpPr>
          <p:cNvPr id="61" name="Google Shape;61;p10"/>
          <p:cNvSpPr txBox="1">
            <a:spLocks noGrp="1"/>
          </p:cNvSpPr>
          <p:nvPr>
            <p:ph type="body" idx="2"/>
          </p:nvPr>
        </p:nvSpPr>
        <p:spPr>
          <a:xfrm>
            <a:off x="2194563" y="6888483"/>
            <a:ext cx="14439902" cy="22517102"/>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2" name="Google Shape;62;p10"/>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8602982" y="23042880"/>
            <a:ext cx="26334720" cy="272034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1"/>
          <p:cNvSpPr>
            <a:spLocks noGrp="1"/>
          </p:cNvSpPr>
          <p:nvPr>
            <p:ph type="pic" idx="2"/>
          </p:nvPr>
        </p:nvSpPr>
        <p:spPr>
          <a:xfrm>
            <a:off x="8602982" y="2941320"/>
            <a:ext cx="26334720" cy="19751040"/>
          </a:xfrm>
          <a:prstGeom prst="rect">
            <a:avLst/>
          </a:prstGeom>
          <a:noFill/>
          <a:ln>
            <a:noFill/>
          </a:ln>
        </p:spPr>
      </p:sp>
      <p:sp>
        <p:nvSpPr>
          <p:cNvPr id="68" name="Google Shape;68;p11"/>
          <p:cNvSpPr txBox="1">
            <a:spLocks noGrp="1"/>
          </p:cNvSpPr>
          <p:nvPr>
            <p:ph type="body" idx="1"/>
          </p:nvPr>
        </p:nvSpPr>
        <p:spPr>
          <a:xfrm>
            <a:off x="8602982" y="25763222"/>
            <a:ext cx="26334720" cy="3863338"/>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9" name="Google Shape;69;p11"/>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11083289" y="-1207766"/>
            <a:ext cx="21724622" cy="3950208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22715220" y="10424165"/>
            <a:ext cx="28087320" cy="98755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2598420" y="914405"/>
            <a:ext cx="28087320" cy="2889504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orbel"/>
              <a:buNone/>
              <a:defRPr sz="21100" b="0" i="0" u="none" strike="noStrike" cap="none">
                <a:solidFill>
                  <a:schemeClr val="dk1"/>
                </a:solidFill>
                <a:latin typeface="Corbel"/>
                <a:ea typeface="Corbel"/>
                <a:cs typeface="Corbel"/>
                <a:sym typeface="Corbe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
          <p:cNvSpPr txBox="1">
            <a:spLocks noGrp="1"/>
          </p:cNvSpPr>
          <p:nvPr>
            <p:ph type="body" idx="1"/>
          </p:nvPr>
        </p:nvSpPr>
        <p:spPr>
          <a:xfrm>
            <a:off x="2194560" y="7680963"/>
            <a:ext cx="39502080" cy="2172462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orbel"/>
                <a:ea typeface="Corbel"/>
                <a:cs typeface="Corbel"/>
                <a:sym typeface="Corbel"/>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orbel"/>
                <a:ea typeface="Corbel"/>
                <a:cs typeface="Corbel"/>
                <a:sym typeface="Corbel"/>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orbel"/>
                <a:ea typeface="Corbel"/>
                <a:cs typeface="Corbel"/>
                <a:sym typeface="Corbel"/>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9pPr>
          </a:lstStyle>
          <a:p>
            <a:endParaRPr/>
          </a:p>
        </p:txBody>
      </p:sp>
      <p:sp>
        <p:nvSpPr>
          <p:cNvPr id="12" name="Google Shape;12;p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3" name="Google Shape;13;p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4" name="Google Shape;14;p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5800" b="0" i="0" u="none" strike="noStrike" cap="none">
                <a:solidFill>
                  <a:srgbClr val="BF8B8E"/>
                </a:solidFill>
                <a:latin typeface="Corbel"/>
                <a:ea typeface="Corbel"/>
                <a:cs typeface="Corbel"/>
                <a:sym typeface="Corbel"/>
              </a:defRPr>
            </a:lvl1pPr>
            <a:lvl2pPr marL="0" marR="0" lvl="1" indent="0" algn="r" rtl="0">
              <a:spcBef>
                <a:spcPts val="0"/>
              </a:spcBef>
              <a:buNone/>
              <a:defRPr sz="5800" b="0" i="0" u="none" strike="noStrike" cap="none">
                <a:solidFill>
                  <a:srgbClr val="BF8B8E"/>
                </a:solidFill>
                <a:latin typeface="Corbel"/>
                <a:ea typeface="Corbel"/>
                <a:cs typeface="Corbel"/>
                <a:sym typeface="Corbel"/>
              </a:defRPr>
            </a:lvl2pPr>
            <a:lvl3pPr marL="0" marR="0" lvl="2" indent="0" algn="r" rtl="0">
              <a:spcBef>
                <a:spcPts val="0"/>
              </a:spcBef>
              <a:buNone/>
              <a:defRPr sz="5800" b="0" i="0" u="none" strike="noStrike" cap="none">
                <a:solidFill>
                  <a:srgbClr val="BF8B8E"/>
                </a:solidFill>
                <a:latin typeface="Corbel"/>
                <a:ea typeface="Corbel"/>
                <a:cs typeface="Corbel"/>
                <a:sym typeface="Corbel"/>
              </a:defRPr>
            </a:lvl3pPr>
            <a:lvl4pPr marL="0" marR="0" lvl="3" indent="0" algn="r" rtl="0">
              <a:spcBef>
                <a:spcPts val="0"/>
              </a:spcBef>
              <a:buNone/>
              <a:defRPr sz="5800" b="0" i="0" u="none" strike="noStrike" cap="none">
                <a:solidFill>
                  <a:srgbClr val="BF8B8E"/>
                </a:solidFill>
                <a:latin typeface="Corbel"/>
                <a:ea typeface="Corbel"/>
                <a:cs typeface="Corbel"/>
                <a:sym typeface="Corbel"/>
              </a:defRPr>
            </a:lvl4pPr>
            <a:lvl5pPr marL="0" marR="0" lvl="4" indent="0" algn="r" rtl="0">
              <a:spcBef>
                <a:spcPts val="0"/>
              </a:spcBef>
              <a:buNone/>
              <a:defRPr sz="5800" b="0" i="0" u="none" strike="noStrike" cap="none">
                <a:solidFill>
                  <a:srgbClr val="BF8B8E"/>
                </a:solidFill>
                <a:latin typeface="Corbel"/>
                <a:ea typeface="Corbel"/>
                <a:cs typeface="Corbel"/>
                <a:sym typeface="Corbel"/>
              </a:defRPr>
            </a:lvl5pPr>
            <a:lvl6pPr marL="0" marR="0" lvl="5" indent="0" algn="r" rtl="0">
              <a:spcBef>
                <a:spcPts val="0"/>
              </a:spcBef>
              <a:buNone/>
              <a:defRPr sz="5800" b="0" i="0" u="none" strike="noStrike" cap="none">
                <a:solidFill>
                  <a:srgbClr val="BF8B8E"/>
                </a:solidFill>
                <a:latin typeface="Corbel"/>
                <a:ea typeface="Corbel"/>
                <a:cs typeface="Corbel"/>
                <a:sym typeface="Corbel"/>
              </a:defRPr>
            </a:lvl6pPr>
            <a:lvl7pPr marL="0" marR="0" lvl="6" indent="0" algn="r" rtl="0">
              <a:spcBef>
                <a:spcPts val="0"/>
              </a:spcBef>
              <a:buNone/>
              <a:defRPr sz="5800" b="0" i="0" u="none" strike="noStrike" cap="none">
                <a:solidFill>
                  <a:srgbClr val="BF8B8E"/>
                </a:solidFill>
                <a:latin typeface="Corbel"/>
                <a:ea typeface="Corbel"/>
                <a:cs typeface="Corbel"/>
                <a:sym typeface="Corbel"/>
              </a:defRPr>
            </a:lvl7pPr>
            <a:lvl8pPr marL="0" marR="0" lvl="7" indent="0" algn="r" rtl="0">
              <a:spcBef>
                <a:spcPts val="0"/>
              </a:spcBef>
              <a:buNone/>
              <a:defRPr sz="5800" b="0" i="0" u="none" strike="noStrike" cap="none">
                <a:solidFill>
                  <a:srgbClr val="BF8B8E"/>
                </a:solidFill>
                <a:latin typeface="Corbel"/>
                <a:ea typeface="Corbel"/>
                <a:cs typeface="Corbel"/>
                <a:sym typeface="Corbel"/>
              </a:defRPr>
            </a:lvl8pPr>
            <a:lvl9pPr marL="0" marR="0" lvl="8" indent="0" algn="r" rtl="0">
              <a:spcBef>
                <a:spcPts val="0"/>
              </a:spcBef>
              <a:buNone/>
              <a:defRPr sz="5800" b="0" i="0" u="none" strike="noStrike" cap="none">
                <a:solidFill>
                  <a:srgbClr val="BF8B8E"/>
                </a:solidFill>
                <a:latin typeface="Corbel"/>
                <a:ea typeface="Corbel"/>
                <a:cs typeface="Corbel"/>
                <a:sym typeface="Corbe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352999" y="657727"/>
            <a:ext cx="43898476" cy="622584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b="0" i="0" u="none" strike="noStrike" cap="none">
              <a:solidFill>
                <a:schemeClr val="lt1"/>
              </a:solidFill>
              <a:latin typeface="Corbel"/>
              <a:ea typeface="Corbel"/>
              <a:cs typeface="Corbel"/>
              <a:sym typeface="Corbel"/>
            </a:endParaRPr>
          </a:p>
        </p:txBody>
      </p:sp>
      <p:sp>
        <p:nvSpPr>
          <p:cNvPr id="90" name="Google Shape;90;p1"/>
          <p:cNvSpPr txBox="1"/>
          <p:nvPr/>
        </p:nvSpPr>
        <p:spPr>
          <a:xfrm>
            <a:off x="1051256" y="8891062"/>
            <a:ext cx="9809348" cy="9787254"/>
          </a:xfrm>
          <a:prstGeom prst="rect">
            <a:avLst/>
          </a:prstGeom>
          <a:noFill/>
          <a:ln>
            <a:noFill/>
          </a:ln>
        </p:spPr>
        <p:txBody>
          <a:bodyPr spcFirstLastPara="1" wrap="square" lIns="91425" tIns="45700" rIns="91425" bIns="45700" anchor="t" anchorCtr="0">
            <a:spAutoFit/>
          </a:bodyPr>
          <a:lstStyle/>
          <a:p>
            <a:r>
              <a:rPr lang="en-US" sz="3000" b="1" dirty="0">
                <a:latin typeface="EB Garamond" pitchFamily="2" charset="0"/>
                <a:ea typeface="EB Garamond" pitchFamily="2" charset="0"/>
              </a:rPr>
              <a:t>Does wildfire exposure causally increase the probability and intensity of local conflict in Indonesia?</a:t>
            </a:r>
            <a:endParaRPr lang="en-US" sz="3000" dirty="0">
              <a:latin typeface="EB Garamond" pitchFamily="2" charset="0"/>
              <a:ea typeface="EB Garamond" pitchFamily="2" charset="0"/>
            </a:endParaRP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Indonesia's peatlands are among the most fire-prone landscapes on Earth, with large-scale burning events occurring regularly since the 1990s. Fires destroy agricultural livelihoods, displace communities, and degrade natural resources that rural populations depend on for survival. At the same time, Indonesia has a well-documented history of violent conflict tied to land disputes, resource scarcity, and displacement of indigenous communities by corporate agricultural expansion.</a:t>
            </a: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Despite this, the causal link between wildfire shocks and conflict remains understudied. Existing research documents co-occurrence of fires and social unrest, but stops short of establishing causality — leaving a critical gap for policymakers designing climate adaptation and conflict-prevention strategies. This study addresses that gap by exploiting spatiotemporal variation in wildfire exposure across Indonesian districts to estimate its effect on conflict probability and intensity, using ACLED conflict data and satellite-derived fire records.</a:t>
            </a:r>
          </a:p>
        </p:txBody>
      </p:sp>
      <p:sp>
        <p:nvSpPr>
          <p:cNvPr id="93" name="Google Shape;93;p1"/>
          <p:cNvSpPr txBox="1"/>
          <p:nvPr/>
        </p:nvSpPr>
        <p:spPr>
          <a:xfrm>
            <a:off x="6568626" y="467218"/>
            <a:ext cx="184666" cy="141577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8600">
              <a:solidFill>
                <a:schemeClr val="dk1"/>
              </a:solidFill>
              <a:latin typeface="Corbel"/>
              <a:ea typeface="Corbel"/>
              <a:cs typeface="Corbel"/>
              <a:sym typeface="Corbel"/>
            </a:endParaRPr>
          </a:p>
        </p:txBody>
      </p:sp>
      <p:sp>
        <p:nvSpPr>
          <p:cNvPr id="94" name="Google Shape;94;p1"/>
          <p:cNvSpPr txBox="1"/>
          <p:nvPr/>
        </p:nvSpPr>
        <p:spPr>
          <a:xfrm>
            <a:off x="32820640" y="17271908"/>
            <a:ext cx="9885343" cy="7478930"/>
          </a:xfrm>
          <a:prstGeom prst="rect">
            <a:avLst/>
          </a:prstGeom>
          <a:noFill/>
          <a:ln>
            <a:noFill/>
          </a:ln>
        </p:spPr>
        <p:txBody>
          <a:bodyPr spcFirstLastPara="1" wrap="square" lIns="91425" tIns="45700" rIns="91425" bIns="45700" anchor="t" anchorCtr="0">
            <a:spAutoFit/>
          </a:bodyPr>
          <a:lstStyle/>
          <a:p>
            <a:pPr marL="285750" indent="-285750">
              <a:buFont typeface="Arial" panose="020B0604020202020204" pitchFamily="34" charset="0"/>
              <a:buChar char="•"/>
            </a:pPr>
            <a:r>
              <a:rPr lang="en-US" sz="3000" b="1" dirty="0">
                <a:latin typeface="EB Garamond" pitchFamily="2" charset="0"/>
                <a:ea typeface="EB Garamond" pitchFamily="2" charset="0"/>
              </a:rPr>
              <a:t>Instrumental Variable Approach</a:t>
            </a:r>
            <a:r>
              <a:rPr lang="en-US" sz="3000" dirty="0">
                <a:latin typeface="EB Garamond" pitchFamily="2" charset="0"/>
                <a:ea typeface="EB Garamond" pitchFamily="2" charset="0"/>
              </a:rPr>
              <a:t> — Implement wind patterns as an instrument for wildfire exposure, exploiting exogenous variation in fire smoke dispersal to strengthen causal identification</a:t>
            </a:r>
          </a:p>
          <a:p>
            <a:pPr marL="285750" indent="-285750">
              <a:buFont typeface="Arial" panose="020B0604020202020204" pitchFamily="34" charset="0"/>
              <a:buChar char="•"/>
            </a:pPr>
            <a:r>
              <a:rPr lang="en-US" sz="3000" b="1" dirty="0">
                <a:latin typeface="EB Garamond" pitchFamily="2" charset="0"/>
                <a:ea typeface="EB Garamond" pitchFamily="2" charset="0"/>
              </a:rPr>
              <a:t>Mechanism identification</a:t>
            </a:r>
            <a:r>
              <a:rPr lang="en-US" sz="3000" dirty="0">
                <a:latin typeface="EB Garamond" pitchFamily="2" charset="0"/>
                <a:ea typeface="EB Garamond" pitchFamily="2" charset="0"/>
              </a:rPr>
              <a:t> — Subsequent analysis will disentangle whether conflict is driven primarily by crop loss, displacement, or competition over remaining resources</a:t>
            </a:r>
          </a:p>
          <a:p>
            <a:pPr marL="285750" indent="-285750">
              <a:buFont typeface="Arial" panose="020B0604020202020204" pitchFamily="34" charset="0"/>
              <a:buChar char="•"/>
            </a:pPr>
            <a:r>
              <a:rPr lang="en-US" sz="3000" b="1" dirty="0">
                <a:latin typeface="EB Garamond" pitchFamily="2" charset="0"/>
                <a:ea typeface="EB Garamond" pitchFamily="2" charset="0"/>
              </a:rPr>
              <a:t>Heterogeneity by land tenure</a:t>
            </a:r>
            <a:r>
              <a:rPr lang="en-US" sz="3000" dirty="0">
                <a:latin typeface="EB Garamond" pitchFamily="2" charset="0"/>
                <a:ea typeface="EB Garamond" pitchFamily="2" charset="0"/>
              </a:rPr>
              <a:t> — Examining conflict responses across formal vs. informal land tenure regions, particularly in palm oil and pulpwood concession areas, will clarify the role of institutional context</a:t>
            </a:r>
          </a:p>
          <a:p>
            <a:pPr marL="285750" indent="-285750">
              <a:buFont typeface="Arial" panose="020B0604020202020204" pitchFamily="34" charset="0"/>
              <a:buChar char="•"/>
            </a:pPr>
            <a:r>
              <a:rPr lang="en-US" sz="3000" b="1" dirty="0">
                <a:latin typeface="EB Garamond" pitchFamily="2" charset="0"/>
                <a:ea typeface="EB Garamond" pitchFamily="2" charset="0"/>
              </a:rPr>
              <a:t>Policy evaluation</a:t>
            </a:r>
            <a:r>
              <a:rPr lang="en-US" sz="3000" dirty="0">
                <a:latin typeface="EB Garamond" pitchFamily="2" charset="0"/>
                <a:ea typeface="EB Garamond" pitchFamily="2" charset="0"/>
              </a:rPr>
              <a:t> — Future research will exploit Indonesia's Peatland Restoration Agency (BRG) interventions as natural experiments to test whether fire-prevention policies also reduce conflict risk</a:t>
            </a:r>
          </a:p>
          <a:p>
            <a:pPr marL="457200" marR="0" lvl="0" indent="-457200" algn="just" rtl="0">
              <a:spcBef>
                <a:spcPts val="0"/>
              </a:spcBef>
              <a:spcAft>
                <a:spcPts val="0"/>
              </a:spcAft>
              <a:buClr>
                <a:schemeClr val="accent6"/>
              </a:buClr>
              <a:buSzPts val="3000"/>
              <a:buFont typeface="Arial"/>
              <a:buChar char="•"/>
            </a:pPr>
            <a:endParaRPr sz="3000" dirty="0">
              <a:latin typeface="EB Garamond" pitchFamily="2" charset="0"/>
              <a:ea typeface="EB Garamond" pitchFamily="2" charset="0"/>
            </a:endParaRPr>
          </a:p>
        </p:txBody>
      </p:sp>
      <p:sp>
        <p:nvSpPr>
          <p:cNvPr id="95" name="Google Shape;95;p1"/>
          <p:cNvSpPr txBox="1"/>
          <p:nvPr/>
        </p:nvSpPr>
        <p:spPr>
          <a:xfrm>
            <a:off x="7013892" y="1270716"/>
            <a:ext cx="28948613" cy="433960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400" b="1" dirty="0">
                <a:solidFill>
                  <a:schemeClr val="lt1"/>
                </a:solidFill>
                <a:latin typeface="EB Garamond" pitchFamily="2" charset="0"/>
                <a:ea typeface="EB Garamond" pitchFamily="2" charset="0"/>
                <a:cs typeface="Helvetica Neue"/>
                <a:sym typeface="Helvetica Neue"/>
              </a:rPr>
              <a:t>Causal Impacts of Wildfires on Conflict Probability and Intensity in Indonesia:</a:t>
            </a:r>
          </a:p>
          <a:p>
            <a:pPr marL="0" marR="0" lvl="0" indent="0" algn="ctr" rtl="0">
              <a:spcBef>
                <a:spcPts val="0"/>
              </a:spcBef>
              <a:spcAft>
                <a:spcPts val="0"/>
              </a:spcAft>
              <a:buNone/>
            </a:pPr>
            <a:r>
              <a:rPr lang="en-US" sz="6000" b="1" dirty="0">
                <a:solidFill>
                  <a:schemeClr val="lt1"/>
                </a:solidFill>
                <a:latin typeface="EB Garamond" pitchFamily="2" charset="0"/>
                <a:ea typeface="EB Garamond" pitchFamily="2" charset="0"/>
                <a:cs typeface="Helvetica Neue"/>
                <a:sym typeface="Helvetica Neue"/>
              </a:rPr>
              <a:t>Hariaksha Gunda*, Dr. Michael Price</a:t>
            </a:r>
            <a:endParaRPr lang="en-US" sz="6000" dirty="0">
              <a:latin typeface="EB Garamond" pitchFamily="2" charset="0"/>
              <a:ea typeface="EB Garamond" pitchFamily="2" charset="0"/>
            </a:endParaRPr>
          </a:p>
          <a:p>
            <a:pPr marL="0" marR="0" lvl="0" indent="0" algn="ctr" rtl="0">
              <a:spcBef>
                <a:spcPts val="0"/>
              </a:spcBef>
              <a:spcAft>
                <a:spcPts val="0"/>
              </a:spcAft>
              <a:buNone/>
            </a:pPr>
            <a:r>
              <a:rPr lang="en-US" sz="4800" b="1" i="1" dirty="0">
                <a:solidFill>
                  <a:schemeClr val="lt1"/>
                </a:solidFill>
                <a:latin typeface="EB Garamond" pitchFamily="2" charset="0"/>
                <a:ea typeface="EB Garamond" pitchFamily="2" charset="0"/>
                <a:cs typeface="Helvetica Neue"/>
                <a:sym typeface="Helvetica Neue"/>
              </a:rPr>
              <a:t>Department of Economics, Finance, and Legal Studies</a:t>
            </a:r>
            <a:endParaRPr sz="4800" dirty="0">
              <a:solidFill>
                <a:schemeClr val="lt1"/>
              </a:solidFill>
              <a:latin typeface="EB Garamond" pitchFamily="2" charset="0"/>
              <a:ea typeface="EB Garamond" pitchFamily="2" charset="0"/>
              <a:cs typeface="Helvetica Neue"/>
              <a:sym typeface="Helvetica Neue"/>
            </a:endParaRPr>
          </a:p>
        </p:txBody>
      </p:sp>
      <p:sp>
        <p:nvSpPr>
          <p:cNvPr id="96" name="Google Shape;96;p1"/>
          <p:cNvSpPr/>
          <p:nvPr/>
        </p:nvSpPr>
        <p:spPr>
          <a:xfrm>
            <a:off x="861777" y="7607075"/>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97" name="Google Shape;97;p1"/>
          <p:cNvSpPr txBox="1"/>
          <p:nvPr/>
        </p:nvSpPr>
        <p:spPr>
          <a:xfrm>
            <a:off x="1361840" y="7665813"/>
            <a:ext cx="9083675" cy="769937"/>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QUESTION AND SIGNIFICANCE</a:t>
            </a:r>
            <a:endParaRPr dirty="0"/>
          </a:p>
        </p:txBody>
      </p:sp>
      <p:sp>
        <p:nvSpPr>
          <p:cNvPr id="100" name="Google Shape;100;p1"/>
          <p:cNvSpPr/>
          <p:nvPr/>
        </p:nvSpPr>
        <p:spPr>
          <a:xfrm>
            <a:off x="12037121" y="7607074"/>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1" name="Google Shape;101;p1"/>
          <p:cNvSpPr txBox="1"/>
          <p:nvPr/>
        </p:nvSpPr>
        <p:spPr>
          <a:xfrm>
            <a:off x="12554901" y="7663904"/>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a:solidFill>
                  <a:schemeClr val="lt1"/>
                </a:solidFill>
                <a:latin typeface="Verdana"/>
                <a:ea typeface="Verdana"/>
                <a:cs typeface="Verdana"/>
                <a:sym typeface="Verdana"/>
              </a:rPr>
              <a:t>DATA AND METHODS</a:t>
            </a:r>
            <a:endParaRPr dirty="0"/>
          </a:p>
        </p:txBody>
      </p:sp>
      <p:sp>
        <p:nvSpPr>
          <p:cNvPr id="102" name="Google Shape;102;p1"/>
          <p:cNvSpPr/>
          <p:nvPr/>
        </p:nvSpPr>
        <p:spPr>
          <a:xfrm>
            <a:off x="32613171" y="7607075"/>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3" name="Google Shape;103;p1"/>
          <p:cNvSpPr txBox="1"/>
          <p:nvPr/>
        </p:nvSpPr>
        <p:spPr>
          <a:xfrm>
            <a:off x="33296114" y="7665812"/>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STUDY AREA</a:t>
            </a:r>
            <a:endParaRPr dirty="0"/>
          </a:p>
        </p:txBody>
      </p:sp>
      <p:sp>
        <p:nvSpPr>
          <p:cNvPr id="104" name="Google Shape;104;p1"/>
          <p:cNvSpPr/>
          <p:nvPr/>
        </p:nvSpPr>
        <p:spPr>
          <a:xfrm>
            <a:off x="32613171" y="16100600"/>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5" name="Google Shape;105;p1"/>
          <p:cNvSpPr txBox="1"/>
          <p:nvPr/>
        </p:nvSpPr>
        <p:spPr>
          <a:xfrm>
            <a:off x="32959728" y="16164529"/>
            <a:ext cx="9607873" cy="769441"/>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a:solidFill>
                  <a:schemeClr val="lt1"/>
                </a:solidFill>
                <a:latin typeface="Verdana"/>
                <a:ea typeface="Verdana"/>
                <a:cs typeface="Verdana"/>
                <a:sym typeface="Verdana"/>
              </a:rPr>
              <a:t>FUTURE STEPS</a:t>
            </a:r>
            <a:endParaRPr/>
          </a:p>
        </p:txBody>
      </p:sp>
      <p:pic>
        <p:nvPicPr>
          <p:cNvPr id="106" name="Google Shape;106;p1" descr="nameplate201_WHITE.eps"/>
          <p:cNvPicPr preferRelativeResize="0"/>
          <p:nvPr/>
        </p:nvPicPr>
        <p:blipFill rotWithShape="1">
          <a:blip r:embed="rId3">
            <a:alphaModFix/>
          </a:blip>
          <a:srcRect/>
          <a:stretch/>
        </p:blipFill>
        <p:spPr>
          <a:xfrm>
            <a:off x="33763623" y="5350030"/>
            <a:ext cx="9085603" cy="472535"/>
          </a:xfrm>
          <a:prstGeom prst="rect">
            <a:avLst/>
          </a:prstGeom>
          <a:noFill/>
          <a:ln>
            <a:noFill/>
          </a:ln>
        </p:spPr>
      </p:pic>
      <p:sp>
        <p:nvSpPr>
          <p:cNvPr id="107" name="Google Shape;107;p1"/>
          <p:cNvSpPr/>
          <p:nvPr/>
        </p:nvSpPr>
        <p:spPr>
          <a:xfrm>
            <a:off x="32612708" y="25648520"/>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8" name="Google Shape;108;p1"/>
          <p:cNvSpPr txBox="1"/>
          <p:nvPr/>
        </p:nvSpPr>
        <p:spPr>
          <a:xfrm>
            <a:off x="32613172" y="25551682"/>
            <a:ext cx="10236053" cy="914400"/>
          </a:xfrm>
          <a:prstGeom prst="rect">
            <a:avLst/>
          </a:prstGeom>
          <a:solidFill>
            <a:srgbClr val="9C233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400" b="0" u="none">
                <a:solidFill>
                  <a:schemeClr val="lt1"/>
                </a:solidFill>
                <a:latin typeface="Verdana"/>
                <a:ea typeface="Verdana"/>
                <a:cs typeface="Verdana"/>
                <a:sym typeface="Verdana"/>
              </a:rPr>
              <a:t>REFERENCES</a:t>
            </a:r>
            <a:endParaRPr/>
          </a:p>
        </p:txBody>
      </p:sp>
      <p:pic>
        <p:nvPicPr>
          <p:cNvPr id="109" name="Google Shape;109;p1" descr="New URCA Logo_Square_White.eps"/>
          <p:cNvPicPr preferRelativeResize="0"/>
          <p:nvPr/>
        </p:nvPicPr>
        <p:blipFill rotWithShape="1">
          <a:blip r:embed="rId4">
            <a:alphaModFix/>
          </a:blip>
          <a:srcRect/>
          <a:stretch/>
        </p:blipFill>
        <p:spPr>
          <a:xfrm>
            <a:off x="19681499" y="13047042"/>
            <a:ext cx="2981934" cy="1375884"/>
          </a:xfrm>
          <a:prstGeom prst="rect">
            <a:avLst/>
          </a:prstGeom>
          <a:noFill/>
          <a:ln>
            <a:noFill/>
          </a:ln>
        </p:spPr>
      </p:pic>
      <p:sp>
        <p:nvSpPr>
          <p:cNvPr id="110" name="Google Shape;110;p1"/>
          <p:cNvSpPr/>
          <p:nvPr/>
        </p:nvSpPr>
        <p:spPr>
          <a:xfrm>
            <a:off x="32796053" y="8848013"/>
            <a:ext cx="9502898" cy="553957"/>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n-US" sz="3000" b="1" dirty="0">
                <a:solidFill>
                  <a:schemeClr val="accent6"/>
                </a:solidFill>
                <a:latin typeface="EB Garamond"/>
                <a:ea typeface="EB Garamond"/>
                <a:cs typeface="EB Garamond"/>
                <a:sym typeface="EB Garamond"/>
              </a:rPr>
              <a:t>Start</a:t>
            </a:r>
          </a:p>
        </p:txBody>
      </p:sp>
      <p:sp>
        <p:nvSpPr>
          <p:cNvPr id="111" name="Google Shape;111;p1"/>
          <p:cNvSpPr/>
          <p:nvPr/>
        </p:nvSpPr>
        <p:spPr>
          <a:xfrm>
            <a:off x="32796052" y="26897304"/>
            <a:ext cx="9909931" cy="5632271"/>
          </a:xfrm>
          <a:prstGeom prst="rect">
            <a:avLst/>
          </a:prstGeom>
          <a:noFill/>
          <a:ln>
            <a:noFill/>
          </a:ln>
        </p:spPr>
        <p:txBody>
          <a:bodyPr spcFirstLastPara="1" wrap="square" lIns="91425" tIns="45700" rIns="91425" bIns="45700" anchor="t" anchorCtr="0">
            <a:spAutoFit/>
          </a:bodyPr>
          <a:lstStyle/>
          <a:p>
            <a:pPr marL="914400" lvl="0" indent="-914400"/>
            <a:r>
              <a:rPr lang="en-US" sz="2400" dirty="0">
                <a:solidFill>
                  <a:schemeClr val="accent6"/>
                </a:solidFill>
                <a:latin typeface="EB Garamond" pitchFamily="2" charset="0"/>
                <a:ea typeface="EB Garamond" pitchFamily="2" charset="0"/>
                <a:cs typeface="EB Garamond"/>
                <a:sym typeface="EB Garamond"/>
              </a:rPr>
              <a:t>[1] </a:t>
            </a:r>
            <a:r>
              <a:rPr lang="en-US" sz="2400" dirty="0">
                <a:latin typeface="EB Garamond" pitchFamily="2" charset="0"/>
                <a:ea typeface="EB Garamond" pitchFamily="2" charset="0"/>
              </a:rPr>
              <a:t>Balboni, C., Burgess, R., &amp; Olken, B. A. (2025). The origins and control of forest fires in the tropics. </a:t>
            </a:r>
            <a:r>
              <a:rPr lang="en-US" sz="2400" i="1" dirty="0">
                <a:latin typeface="EB Garamond" pitchFamily="2" charset="0"/>
                <a:ea typeface="EB Garamond" pitchFamily="2" charset="0"/>
              </a:rPr>
              <a:t>Review of Economic Studies</a:t>
            </a:r>
            <a:r>
              <a:rPr lang="en-US" sz="2400" dirty="0">
                <a:latin typeface="EB Garamond" pitchFamily="2" charset="0"/>
                <a:ea typeface="EB Garamond" pitchFamily="2" charset="0"/>
              </a:rPr>
              <a:t>.</a:t>
            </a:r>
          </a:p>
          <a:p>
            <a:pPr marL="914400" lvl="0" indent="-914400"/>
            <a:r>
              <a:rPr lang="en-US" sz="2400" dirty="0">
                <a:solidFill>
                  <a:schemeClr val="accent6"/>
                </a:solidFill>
                <a:latin typeface="EB Garamond" pitchFamily="2" charset="0"/>
                <a:ea typeface="EB Garamond" pitchFamily="2" charset="0"/>
                <a:cs typeface="EB Garamond"/>
                <a:sym typeface="EB Garamond"/>
              </a:rPr>
              <a:t>[2] </a:t>
            </a:r>
            <a:r>
              <a:rPr lang="en-US" sz="2400" dirty="0">
                <a:latin typeface="EB Garamond" pitchFamily="2" charset="0"/>
                <a:ea typeface="EB Garamond" pitchFamily="2" charset="0"/>
              </a:rPr>
              <a:t>Burgess, R., Hansen, M., Olken, B. A., Potapov, P., &amp; Sieber, S. (2012). The political economy of deforestation in the tropics. </a:t>
            </a:r>
            <a:r>
              <a:rPr lang="en-US" sz="2400" i="1" dirty="0">
                <a:latin typeface="EB Garamond" pitchFamily="2" charset="0"/>
                <a:ea typeface="EB Garamond" pitchFamily="2" charset="0"/>
              </a:rPr>
              <a:t>The Quarterly Journal of Economics, 127</a:t>
            </a:r>
            <a:r>
              <a:rPr lang="en-US" sz="2400" dirty="0">
                <a:latin typeface="EB Garamond" pitchFamily="2" charset="0"/>
                <a:ea typeface="EB Garamond" pitchFamily="2" charset="0"/>
              </a:rPr>
              <a:t>(4), 1707-1754.</a:t>
            </a:r>
          </a:p>
          <a:p>
            <a:pPr marL="914400" lvl="0" indent="-914400"/>
            <a:r>
              <a:rPr lang="en-US" sz="2400" dirty="0">
                <a:solidFill>
                  <a:schemeClr val="accent6"/>
                </a:solidFill>
                <a:latin typeface="EB Garamond" pitchFamily="2" charset="0"/>
                <a:ea typeface="EB Garamond" pitchFamily="2" charset="0"/>
                <a:cs typeface="EB Garamond"/>
                <a:sym typeface="EB Garamond"/>
              </a:rPr>
              <a:t>[3] </a:t>
            </a:r>
            <a:r>
              <a:rPr lang="en-US" sz="2400" dirty="0">
                <a:latin typeface="EB Garamond" pitchFamily="2" charset="0"/>
                <a:ea typeface="EB Garamond" pitchFamily="2" charset="0"/>
              </a:rPr>
              <a:t>Homer-Dixon, T. F. (1994). Environmental scarcities and violent conflict: evidence from cases. </a:t>
            </a:r>
            <a:r>
              <a:rPr lang="en-US" sz="2400" i="1" dirty="0">
                <a:latin typeface="EB Garamond" pitchFamily="2" charset="0"/>
                <a:ea typeface="EB Garamond" pitchFamily="2" charset="0"/>
              </a:rPr>
              <a:t>International Security, 19</a:t>
            </a:r>
            <a:r>
              <a:rPr lang="en-US" sz="2400" dirty="0">
                <a:latin typeface="EB Garamond" pitchFamily="2" charset="0"/>
                <a:ea typeface="EB Garamond" pitchFamily="2" charset="0"/>
              </a:rPr>
              <a:t>(1), 5-40.</a:t>
            </a:r>
          </a:p>
          <a:p>
            <a:r>
              <a:rPr lang="en-US" sz="2400" dirty="0">
                <a:latin typeface="EB Garamond" pitchFamily="2" charset="0"/>
                <a:ea typeface="EB Garamond" pitchFamily="2" charset="0"/>
              </a:rPr>
              <a:t>[4] Burke, M. B., Miguel, E., </a:t>
            </a:r>
            <a:r>
              <a:rPr lang="en-US" sz="2400" dirty="0" err="1">
                <a:latin typeface="EB Garamond" pitchFamily="2" charset="0"/>
                <a:ea typeface="EB Garamond" pitchFamily="2" charset="0"/>
              </a:rPr>
              <a:t>Satyanath</a:t>
            </a:r>
            <a:r>
              <a:rPr lang="en-US" sz="2400" dirty="0">
                <a:latin typeface="EB Garamond" pitchFamily="2" charset="0"/>
                <a:ea typeface="EB Garamond" pitchFamily="2" charset="0"/>
              </a:rPr>
              <a:t>, S., Dykema, J. A., &amp; Lobell, D. B. (2009). 	Warming increases the risk of civil war in Africa. </a:t>
            </a:r>
            <a:r>
              <a:rPr lang="en-US" sz="2400" i="1" dirty="0">
                <a:latin typeface="EB Garamond" pitchFamily="2" charset="0"/>
                <a:ea typeface="EB Garamond" pitchFamily="2" charset="0"/>
              </a:rPr>
              <a:t>Proceedings of the National 	Academy of Sciences, 106</a:t>
            </a:r>
            <a:r>
              <a:rPr lang="en-US" sz="2400" dirty="0">
                <a:latin typeface="EB Garamond" pitchFamily="2" charset="0"/>
                <a:ea typeface="EB Garamond" pitchFamily="2" charset="0"/>
              </a:rPr>
              <a:t>(49), 20670-20674.</a:t>
            </a:r>
          </a:p>
          <a:p>
            <a:r>
              <a:rPr lang="en-US" sz="2400" dirty="0">
                <a:latin typeface="EB Garamond" pitchFamily="2" charset="0"/>
                <a:ea typeface="EB Garamond" pitchFamily="2" charset="0"/>
              </a:rPr>
              <a:t>[5] Hsiang, S. M., Burke, M., &amp; Miguel, E. (2013). Quantifying the influence of 	climate on human conflict. </a:t>
            </a:r>
            <a:r>
              <a:rPr lang="en-US" sz="2400" i="1" dirty="0">
                <a:latin typeface="EB Garamond" pitchFamily="2" charset="0"/>
                <a:ea typeface="EB Garamond" pitchFamily="2" charset="0"/>
              </a:rPr>
              <a:t>Science, 341</a:t>
            </a:r>
            <a:r>
              <a:rPr lang="en-US" sz="2400" dirty="0">
                <a:latin typeface="EB Garamond" pitchFamily="2" charset="0"/>
                <a:ea typeface="EB Garamond" pitchFamily="2" charset="0"/>
              </a:rPr>
              <a:t>(6151), 1235367.</a:t>
            </a:r>
          </a:p>
          <a:p>
            <a:r>
              <a:rPr lang="en-US" sz="2400" dirty="0">
                <a:latin typeface="EB Garamond" pitchFamily="2" charset="0"/>
                <a:ea typeface="EB Garamond" pitchFamily="2" charset="0"/>
              </a:rPr>
              <a:t>[6] Dell, M., Jones, B. F., &amp; Olken, B. A. (2012). Temperature shocks and economic 	growth: Evidence from the last half century. </a:t>
            </a:r>
            <a:r>
              <a:rPr lang="en-US" sz="2400" i="1" dirty="0">
                <a:latin typeface="EB Garamond" pitchFamily="2" charset="0"/>
                <a:ea typeface="EB Garamond" pitchFamily="2" charset="0"/>
              </a:rPr>
              <a:t>American Economic Journal: 	Macroeconomics, 4</a:t>
            </a:r>
            <a:r>
              <a:rPr lang="en-US" sz="2400" dirty="0">
                <a:latin typeface="EB Garamond" pitchFamily="2" charset="0"/>
                <a:ea typeface="EB Garamond" pitchFamily="2" charset="0"/>
              </a:rPr>
              <a:t>(3), 66-95.</a:t>
            </a:r>
          </a:p>
        </p:txBody>
      </p:sp>
      <p:grpSp>
        <p:nvGrpSpPr>
          <p:cNvPr id="113" name="Google Shape;113;p1"/>
          <p:cNvGrpSpPr/>
          <p:nvPr/>
        </p:nvGrpSpPr>
        <p:grpSpPr>
          <a:xfrm>
            <a:off x="12529314" y="9049976"/>
            <a:ext cx="18598029" cy="2142032"/>
            <a:chOff x="-25587" y="899918"/>
            <a:chExt cx="18598029" cy="2142032"/>
          </a:xfrm>
        </p:grpSpPr>
        <p:sp>
          <p:nvSpPr>
            <p:cNvPr id="114" name="Google Shape;114;p1"/>
            <p:cNvSpPr/>
            <p:nvPr/>
          </p:nvSpPr>
          <p:spPr>
            <a:xfrm>
              <a:off x="8165" y="899918"/>
              <a:ext cx="3570053" cy="2142032"/>
            </a:xfrm>
            <a:prstGeom prst="roundRect">
              <a:avLst>
                <a:gd name="adj" fmla="val 10000"/>
              </a:avLst>
            </a:prstGeom>
            <a:gradFill>
              <a:gsLst>
                <a:gs pos="0">
                  <a:srgbClr val="D0C7BE"/>
                </a:gs>
                <a:gs pos="35000">
                  <a:srgbClr val="DDD7D1"/>
                </a:gs>
                <a:gs pos="100000">
                  <a:srgbClr val="F3F0EC"/>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 name="Google Shape;115;p1"/>
            <p:cNvSpPr txBox="1"/>
            <p:nvPr/>
          </p:nvSpPr>
          <p:spPr>
            <a:xfrm>
              <a:off x="-25587" y="962656"/>
              <a:ext cx="3637265" cy="2016556"/>
            </a:xfrm>
            <a:prstGeom prst="rect">
              <a:avLst/>
            </a:prstGeom>
            <a:noFill/>
            <a:ln>
              <a:noFill/>
            </a:ln>
          </p:spPr>
          <p:txBody>
            <a:bodyPr spcFirstLastPara="1" wrap="square" lIns="198100" tIns="198100" rIns="198100" bIns="198100" anchor="ctr" anchorCtr="0">
              <a:noAutofit/>
            </a:bodyPr>
            <a:lstStyle/>
            <a:p>
              <a:pPr marL="0" marR="0" lvl="0" indent="0" algn="ctr" rtl="0">
                <a:lnSpc>
                  <a:spcPct val="90000"/>
                </a:lnSpc>
                <a:spcBef>
                  <a:spcPts val="0"/>
                </a:spcBef>
                <a:spcAft>
                  <a:spcPts val="0"/>
                </a:spcAft>
                <a:buClr>
                  <a:schemeClr val="dk1"/>
                </a:buClr>
                <a:buSzPts val="5200"/>
                <a:buFont typeface="Corbel"/>
                <a:buNone/>
              </a:pPr>
              <a:r>
                <a:rPr lang="en-US" sz="4400" dirty="0">
                  <a:solidFill>
                    <a:schemeClr val="dk1"/>
                  </a:solidFill>
                  <a:latin typeface="Corbel"/>
                  <a:ea typeface="Corbel"/>
                  <a:cs typeface="Corbel"/>
                  <a:sym typeface="Corbel"/>
                </a:rPr>
                <a:t>Data Generation</a:t>
              </a:r>
              <a:endParaRPr sz="4400" dirty="0"/>
            </a:p>
          </p:txBody>
        </p:sp>
        <p:sp>
          <p:nvSpPr>
            <p:cNvPr id="116" name="Google Shape;116;p1"/>
            <p:cNvSpPr/>
            <p:nvPr/>
          </p:nvSpPr>
          <p:spPr>
            <a:xfrm>
              <a:off x="3935223" y="1528247"/>
              <a:ext cx="756851" cy="885373"/>
            </a:xfrm>
            <a:prstGeom prst="rightArrow">
              <a:avLst>
                <a:gd name="adj1" fmla="val 60000"/>
                <a:gd name="adj2" fmla="val 50000"/>
              </a:avLst>
            </a:prstGeom>
            <a:gradFill>
              <a:gsLst>
                <a:gs pos="0">
                  <a:srgbClr val="E5E2D9"/>
                </a:gs>
                <a:gs pos="35000">
                  <a:srgbClr val="EBE8E5"/>
                </a:gs>
                <a:gs pos="100000">
                  <a:srgbClr val="F9F6F2"/>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
            <p:cNvSpPr txBox="1"/>
            <p:nvPr/>
          </p:nvSpPr>
          <p:spPr>
            <a:xfrm>
              <a:off x="3935223" y="1705322"/>
              <a:ext cx="529796" cy="531223"/>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3800"/>
                <a:buFont typeface="Corbel"/>
                <a:buNone/>
              </a:pPr>
              <a:endParaRPr sz="3800">
                <a:solidFill>
                  <a:schemeClr val="dk1"/>
                </a:solidFill>
                <a:latin typeface="Corbel"/>
                <a:ea typeface="Corbel"/>
                <a:cs typeface="Corbel"/>
                <a:sym typeface="Corbel"/>
              </a:endParaRPr>
            </a:p>
          </p:txBody>
        </p:sp>
        <p:sp>
          <p:nvSpPr>
            <p:cNvPr id="118" name="Google Shape;118;p1"/>
            <p:cNvSpPr/>
            <p:nvPr/>
          </p:nvSpPr>
          <p:spPr>
            <a:xfrm>
              <a:off x="5006239" y="899918"/>
              <a:ext cx="3570053" cy="2142032"/>
            </a:xfrm>
            <a:prstGeom prst="roundRect">
              <a:avLst>
                <a:gd name="adj" fmla="val 10000"/>
              </a:avLst>
            </a:prstGeom>
            <a:gradFill>
              <a:gsLst>
                <a:gs pos="0">
                  <a:srgbClr val="D0C7BE"/>
                </a:gs>
                <a:gs pos="35000">
                  <a:srgbClr val="DDD7D1"/>
                </a:gs>
                <a:gs pos="100000">
                  <a:srgbClr val="F3F0EC"/>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 name="Google Shape;119;p1"/>
            <p:cNvSpPr txBox="1"/>
            <p:nvPr/>
          </p:nvSpPr>
          <p:spPr>
            <a:xfrm>
              <a:off x="4603698" y="908862"/>
              <a:ext cx="4329600" cy="2016556"/>
            </a:xfrm>
            <a:prstGeom prst="rect">
              <a:avLst/>
            </a:prstGeom>
            <a:noFill/>
            <a:ln>
              <a:noFill/>
            </a:ln>
          </p:spPr>
          <p:txBody>
            <a:bodyPr spcFirstLastPara="1" wrap="square" lIns="198100" tIns="198100" rIns="198100" bIns="198100" anchor="ctr" anchorCtr="0">
              <a:noAutofit/>
            </a:bodyPr>
            <a:lstStyle/>
            <a:p>
              <a:pPr marL="0" marR="0" lvl="0" indent="0" algn="ctr" rtl="0">
                <a:lnSpc>
                  <a:spcPct val="90000"/>
                </a:lnSpc>
                <a:spcBef>
                  <a:spcPts val="0"/>
                </a:spcBef>
                <a:spcAft>
                  <a:spcPts val="0"/>
                </a:spcAft>
                <a:buClr>
                  <a:schemeClr val="dk1"/>
                </a:buClr>
                <a:buSzPts val="5200"/>
                <a:buFont typeface="Corbel"/>
                <a:buNone/>
              </a:pPr>
              <a:r>
                <a:rPr lang="en-US" sz="4400" dirty="0">
                  <a:solidFill>
                    <a:schemeClr val="dk1"/>
                  </a:solidFill>
                  <a:latin typeface="Corbel"/>
                  <a:sym typeface="Corbel"/>
                </a:rPr>
                <a:t>Text Preprocessing</a:t>
              </a:r>
              <a:endParaRPr sz="4400" dirty="0"/>
            </a:p>
          </p:txBody>
        </p:sp>
        <p:sp>
          <p:nvSpPr>
            <p:cNvPr id="120" name="Google Shape;120;p1"/>
            <p:cNvSpPr/>
            <p:nvPr/>
          </p:nvSpPr>
          <p:spPr>
            <a:xfrm>
              <a:off x="8933298" y="1528247"/>
              <a:ext cx="756851" cy="885373"/>
            </a:xfrm>
            <a:prstGeom prst="rightArrow">
              <a:avLst>
                <a:gd name="adj1" fmla="val 60000"/>
                <a:gd name="adj2" fmla="val 50000"/>
              </a:avLst>
            </a:prstGeom>
            <a:gradFill>
              <a:gsLst>
                <a:gs pos="0">
                  <a:srgbClr val="E5E2D9"/>
                </a:gs>
                <a:gs pos="35000">
                  <a:srgbClr val="EBE8E5"/>
                </a:gs>
                <a:gs pos="100000">
                  <a:srgbClr val="F9F6F2"/>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
            <p:cNvSpPr txBox="1"/>
            <p:nvPr/>
          </p:nvSpPr>
          <p:spPr>
            <a:xfrm>
              <a:off x="8933298" y="1705322"/>
              <a:ext cx="529796" cy="531223"/>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3800"/>
                <a:buFont typeface="Corbel"/>
                <a:buNone/>
              </a:pPr>
              <a:endParaRPr sz="3800">
                <a:solidFill>
                  <a:schemeClr val="dk1"/>
                </a:solidFill>
                <a:latin typeface="Corbel"/>
                <a:ea typeface="Corbel"/>
                <a:cs typeface="Corbel"/>
                <a:sym typeface="Corbel"/>
              </a:endParaRPr>
            </a:p>
          </p:txBody>
        </p:sp>
        <p:sp>
          <p:nvSpPr>
            <p:cNvPr id="122" name="Google Shape;122;p1"/>
            <p:cNvSpPr/>
            <p:nvPr/>
          </p:nvSpPr>
          <p:spPr>
            <a:xfrm>
              <a:off x="10004314" y="899918"/>
              <a:ext cx="3570053" cy="2142032"/>
            </a:xfrm>
            <a:prstGeom prst="roundRect">
              <a:avLst>
                <a:gd name="adj" fmla="val 10000"/>
              </a:avLst>
            </a:prstGeom>
            <a:gradFill>
              <a:gsLst>
                <a:gs pos="0">
                  <a:srgbClr val="D0C7BE"/>
                </a:gs>
                <a:gs pos="35000">
                  <a:srgbClr val="DDD7D1"/>
                </a:gs>
                <a:gs pos="100000">
                  <a:srgbClr val="F3F0EC"/>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1"/>
            <p:cNvSpPr txBox="1"/>
            <p:nvPr/>
          </p:nvSpPr>
          <p:spPr>
            <a:xfrm>
              <a:off x="10006565" y="962656"/>
              <a:ext cx="3582337" cy="2016556"/>
            </a:xfrm>
            <a:prstGeom prst="rect">
              <a:avLst/>
            </a:prstGeom>
            <a:noFill/>
            <a:ln>
              <a:noFill/>
            </a:ln>
          </p:spPr>
          <p:txBody>
            <a:bodyPr spcFirstLastPara="1" wrap="square" lIns="198100" tIns="198100" rIns="198100" bIns="198100" anchor="ctr" anchorCtr="0">
              <a:noAutofit/>
            </a:bodyPr>
            <a:lstStyle/>
            <a:p>
              <a:pPr marL="0" marR="0" lvl="0" indent="0" algn="ctr" rtl="0">
                <a:lnSpc>
                  <a:spcPct val="90000"/>
                </a:lnSpc>
                <a:spcBef>
                  <a:spcPts val="0"/>
                </a:spcBef>
                <a:spcAft>
                  <a:spcPts val="0"/>
                </a:spcAft>
                <a:buClr>
                  <a:schemeClr val="dk1"/>
                </a:buClr>
                <a:buSzPts val="5200"/>
                <a:buFont typeface="Corbel"/>
                <a:buNone/>
              </a:pPr>
              <a:r>
                <a:rPr lang="en-US" sz="4400" dirty="0">
                  <a:solidFill>
                    <a:schemeClr val="dk1"/>
                  </a:solidFill>
                  <a:latin typeface="Corbel"/>
                  <a:ea typeface="Corbel"/>
                  <a:cs typeface="Corbel"/>
                  <a:sym typeface="Corbel"/>
                </a:rPr>
                <a:t>Preliminary Analysis</a:t>
              </a:r>
              <a:endParaRPr sz="4400" dirty="0"/>
            </a:p>
          </p:txBody>
        </p:sp>
        <p:sp>
          <p:nvSpPr>
            <p:cNvPr id="124" name="Google Shape;124;p1"/>
            <p:cNvSpPr/>
            <p:nvPr/>
          </p:nvSpPr>
          <p:spPr>
            <a:xfrm>
              <a:off x="13931373" y="1528247"/>
              <a:ext cx="756851" cy="885373"/>
            </a:xfrm>
            <a:prstGeom prst="rightArrow">
              <a:avLst>
                <a:gd name="adj1" fmla="val 60000"/>
                <a:gd name="adj2" fmla="val 50000"/>
              </a:avLst>
            </a:prstGeom>
            <a:gradFill>
              <a:gsLst>
                <a:gs pos="0">
                  <a:srgbClr val="E5E2D9"/>
                </a:gs>
                <a:gs pos="35000">
                  <a:srgbClr val="EBE8E5"/>
                </a:gs>
                <a:gs pos="100000">
                  <a:srgbClr val="F9F6F2"/>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
            <p:cNvSpPr txBox="1"/>
            <p:nvPr/>
          </p:nvSpPr>
          <p:spPr>
            <a:xfrm>
              <a:off x="13931373" y="1705322"/>
              <a:ext cx="529796" cy="531223"/>
            </a:xfrm>
            <a:prstGeom prst="rect">
              <a:avLst/>
            </a:prstGeom>
            <a:noFill/>
            <a:ln>
              <a:noFill/>
            </a:ln>
          </p:spPr>
          <p:txBody>
            <a:bodyPr spcFirstLastPara="1" wrap="square" lIns="0" tIns="0" rIns="0" bIns="0" anchor="ctr" anchorCtr="0">
              <a:noAutofit/>
            </a:bodyPr>
            <a:lstStyle/>
            <a:p>
              <a:pPr marL="0" marR="0" lvl="0" indent="0" algn="ctr" rtl="0">
                <a:lnSpc>
                  <a:spcPct val="90000"/>
                </a:lnSpc>
                <a:spcBef>
                  <a:spcPts val="0"/>
                </a:spcBef>
                <a:spcAft>
                  <a:spcPts val="0"/>
                </a:spcAft>
                <a:buClr>
                  <a:schemeClr val="dk1"/>
                </a:buClr>
                <a:buSzPts val="3800"/>
                <a:buFont typeface="Corbel"/>
                <a:buNone/>
              </a:pPr>
              <a:endParaRPr sz="3800">
                <a:solidFill>
                  <a:schemeClr val="dk1"/>
                </a:solidFill>
                <a:latin typeface="Corbel"/>
                <a:ea typeface="Corbel"/>
                <a:cs typeface="Corbel"/>
                <a:sym typeface="Corbel"/>
              </a:endParaRPr>
            </a:p>
          </p:txBody>
        </p:sp>
        <p:sp>
          <p:nvSpPr>
            <p:cNvPr id="126" name="Google Shape;126;p1"/>
            <p:cNvSpPr/>
            <p:nvPr/>
          </p:nvSpPr>
          <p:spPr>
            <a:xfrm>
              <a:off x="15002389" y="899918"/>
              <a:ext cx="3570053" cy="2142032"/>
            </a:xfrm>
            <a:prstGeom prst="roundRect">
              <a:avLst>
                <a:gd name="adj" fmla="val 10000"/>
              </a:avLst>
            </a:prstGeom>
            <a:gradFill>
              <a:gsLst>
                <a:gs pos="0">
                  <a:srgbClr val="D0C7BE"/>
                </a:gs>
                <a:gs pos="35000">
                  <a:srgbClr val="DDD7D1"/>
                </a:gs>
                <a:gs pos="100000">
                  <a:srgbClr val="F3F0EC"/>
                </a:gs>
              </a:gsLst>
              <a:lin ang="16200000" scaled="0"/>
            </a:gradFill>
            <a:ln>
              <a:noFill/>
            </a:ln>
            <a:effectLst>
              <a:outerShdw blurRad="40000" dist="20000" dir="5400000" rotWithShape="0">
                <a:srgbClr val="000000">
                  <a:alpha val="37647"/>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
            <p:cNvSpPr txBox="1"/>
            <p:nvPr/>
          </p:nvSpPr>
          <p:spPr>
            <a:xfrm>
              <a:off x="15065127" y="962656"/>
              <a:ext cx="3444577" cy="2016556"/>
            </a:xfrm>
            <a:prstGeom prst="rect">
              <a:avLst/>
            </a:prstGeom>
            <a:noFill/>
            <a:ln>
              <a:noFill/>
            </a:ln>
          </p:spPr>
          <p:txBody>
            <a:bodyPr spcFirstLastPara="1" wrap="square" lIns="198100" tIns="198100" rIns="198100" bIns="198100" anchor="ctr" anchorCtr="0">
              <a:noAutofit/>
            </a:bodyPr>
            <a:lstStyle/>
            <a:p>
              <a:pPr marL="0" marR="0" lvl="0" indent="0" algn="ctr" rtl="0">
                <a:lnSpc>
                  <a:spcPct val="90000"/>
                </a:lnSpc>
                <a:spcBef>
                  <a:spcPts val="0"/>
                </a:spcBef>
                <a:spcAft>
                  <a:spcPts val="0"/>
                </a:spcAft>
                <a:buClr>
                  <a:schemeClr val="dk1"/>
                </a:buClr>
                <a:buSzPts val="5200"/>
                <a:buFont typeface="Corbel"/>
                <a:buNone/>
              </a:pPr>
              <a:r>
                <a:rPr lang="en-US" sz="4400" dirty="0">
                  <a:solidFill>
                    <a:schemeClr val="dk1"/>
                  </a:solidFill>
                  <a:latin typeface="Corbel"/>
                  <a:ea typeface="Corbel"/>
                  <a:cs typeface="Corbel"/>
                  <a:sym typeface="Corbel"/>
                </a:rPr>
                <a:t>Machine Learning</a:t>
              </a:r>
              <a:endParaRPr sz="4400" dirty="0"/>
            </a:p>
          </p:txBody>
        </p:sp>
      </p:grpSp>
      <p:sp>
        <p:nvSpPr>
          <p:cNvPr id="128" name="Google Shape;128;p1"/>
          <p:cNvSpPr txBox="1"/>
          <p:nvPr/>
        </p:nvSpPr>
        <p:spPr>
          <a:xfrm>
            <a:off x="12310261" y="11779755"/>
            <a:ext cx="4070646" cy="5793853"/>
          </a:xfrm>
          <a:prstGeom prst="rect">
            <a:avLst/>
          </a:prstGeom>
          <a:noFill/>
          <a:ln>
            <a:noFill/>
          </a:ln>
        </p:spPr>
        <p:txBody>
          <a:bodyPr spcFirstLastPara="1" wrap="square" lIns="91425" tIns="45700" rIns="91425" bIns="45700" anchor="t" anchorCtr="0">
            <a:spAutoFit/>
          </a:bodyPr>
          <a:lstStyle/>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Generate data by web scraping from the IRS, GuideStar, and Charity Navigator. </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EB Garamond"/>
              <a:sym typeface="EB Garamond"/>
            </a:endParaRPr>
          </a:p>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Use Python script with open-source libraries Requests, </a:t>
            </a:r>
            <a:r>
              <a:rPr lang="en-US" sz="3000" dirty="0" err="1">
                <a:solidFill>
                  <a:schemeClr val="accent6"/>
                </a:solidFill>
                <a:latin typeface="EB Garamond"/>
                <a:ea typeface="EB Garamond"/>
                <a:cs typeface="EB Garamond"/>
                <a:sym typeface="EB Garamond"/>
              </a:rPr>
              <a:t>BeautifulSoup</a:t>
            </a:r>
            <a:r>
              <a:rPr lang="en-US" sz="3000" dirty="0">
                <a:solidFill>
                  <a:schemeClr val="accent6"/>
                </a:solidFill>
                <a:latin typeface="EB Garamond"/>
                <a:ea typeface="EB Garamond"/>
                <a:cs typeface="EB Garamond"/>
                <a:sym typeface="EB Garamond"/>
              </a:rPr>
              <a:t>, and csv.</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EB Garamond"/>
              <a:sym typeface="EB Garamond"/>
            </a:endParaRPr>
          </a:p>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Store mission statements, revenue, assets, and other data in spreadsheets.</a:t>
            </a:r>
            <a:endParaRPr sz="3000" dirty="0">
              <a:solidFill>
                <a:schemeClr val="accent6"/>
              </a:solidFill>
              <a:latin typeface="EB Garamond"/>
              <a:ea typeface="EB Garamond"/>
              <a:cs typeface="EB Garamond"/>
              <a:sym typeface="EB Garamond"/>
            </a:endParaRPr>
          </a:p>
        </p:txBody>
      </p:sp>
      <p:sp>
        <p:nvSpPr>
          <p:cNvPr id="129" name="Google Shape;129;p1"/>
          <p:cNvSpPr txBox="1"/>
          <p:nvPr/>
        </p:nvSpPr>
        <p:spPr>
          <a:xfrm>
            <a:off x="17309494" y="11637380"/>
            <a:ext cx="4688091" cy="6232435"/>
          </a:xfrm>
          <a:prstGeom prst="rect">
            <a:avLst/>
          </a:prstGeom>
          <a:noFill/>
          <a:ln>
            <a:noFill/>
          </a:ln>
        </p:spPr>
        <p:txBody>
          <a:bodyPr spcFirstLastPara="1" wrap="square" lIns="91425" tIns="45700" rIns="91425" bIns="45700" anchor="t" anchorCtr="0">
            <a:spAutoFit/>
          </a:bodyPr>
          <a:lstStyle/>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Text preprocessing is an essential step in NLP to transform unstructured data to clean data ready for analysis.</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EB Garamond"/>
              <a:sym typeface="EB Garamond"/>
            </a:endParaRPr>
          </a:p>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Use Python library </a:t>
            </a:r>
            <a:r>
              <a:rPr lang="en-US" sz="3000" dirty="0" err="1">
                <a:solidFill>
                  <a:schemeClr val="accent6"/>
                </a:solidFill>
                <a:latin typeface="EB Garamond"/>
                <a:ea typeface="EB Garamond"/>
                <a:cs typeface="EB Garamond"/>
                <a:sym typeface="EB Garamond"/>
              </a:rPr>
              <a:t>SpaCy</a:t>
            </a:r>
            <a:r>
              <a:rPr lang="en-US" sz="3000" dirty="0">
                <a:solidFill>
                  <a:schemeClr val="accent6"/>
                </a:solidFill>
                <a:latin typeface="EB Garamond"/>
                <a:ea typeface="EB Garamond"/>
                <a:cs typeface="EB Garamond"/>
                <a:sym typeface="EB Garamond"/>
              </a:rPr>
              <a:t>.</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EB Garamond"/>
              <a:sym typeface="EB Garamond"/>
            </a:endParaRPr>
          </a:p>
          <a:p>
            <a:pPr marL="0" marR="0" lvl="0" indent="0" algn="l" rtl="0">
              <a:lnSpc>
                <a:spcPct val="95000"/>
              </a:lnSpc>
              <a:spcBef>
                <a:spcPts val="0"/>
              </a:spcBef>
              <a:spcAft>
                <a:spcPts val="0"/>
              </a:spcAft>
              <a:buNone/>
            </a:pPr>
            <a:r>
              <a:rPr lang="en-US" sz="3000" b="1" dirty="0">
                <a:solidFill>
                  <a:schemeClr val="accent6"/>
                </a:solidFill>
                <a:latin typeface="EB Garamond"/>
                <a:ea typeface="EB Garamond"/>
                <a:cs typeface="EB Garamond"/>
                <a:sym typeface="EB Garamond"/>
              </a:rPr>
              <a:t>Steps include:</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cs typeface="EB Garamond"/>
                <a:sym typeface="EB Garamond"/>
              </a:rPr>
              <a:t>Tokenization</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cs typeface="EB Garamond"/>
                <a:sym typeface="EB Garamond"/>
              </a:rPr>
              <a:t>Lowercasing</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cs typeface="EB Garamond"/>
                <a:sym typeface="EB Garamond"/>
              </a:rPr>
              <a:t>Lemmatization</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cs typeface="EB Garamond"/>
                <a:sym typeface="EB Garamond"/>
              </a:rPr>
              <a:t>Stop-Word Removal</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cs typeface="EB Garamond"/>
                <a:sym typeface="EB Garamond"/>
              </a:rPr>
              <a:t>Part-of-Speech tagging</a:t>
            </a:r>
          </a:p>
          <a:p>
            <a:pPr marL="457200" marR="0" lvl="0" indent="-457200" algn="l" rtl="0">
              <a:lnSpc>
                <a:spcPct val="95000"/>
              </a:lnSpc>
              <a:spcBef>
                <a:spcPts val="0"/>
              </a:spcBef>
              <a:spcAft>
                <a:spcPts val="0"/>
              </a:spcAft>
              <a:buFont typeface="Arial" panose="020B0604020202020204" pitchFamily="34" charset="0"/>
              <a:buChar char="•"/>
            </a:pPr>
            <a:r>
              <a:rPr lang="en-US" sz="3000" dirty="0">
                <a:solidFill>
                  <a:schemeClr val="accent6"/>
                </a:solidFill>
                <a:latin typeface="EB Garamond"/>
                <a:ea typeface="EB Garamond"/>
                <a:sym typeface="EB Garamond"/>
              </a:rPr>
              <a:t>Named Entity Recognition</a:t>
            </a:r>
            <a:endParaRPr dirty="0"/>
          </a:p>
        </p:txBody>
      </p:sp>
      <p:sp>
        <p:nvSpPr>
          <p:cNvPr id="130" name="Google Shape;130;p1"/>
          <p:cNvSpPr txBox="1"/>
          <p:nvPr/>
        </p:nvSpPr>
        <p:spPr>
          <a:xfrm>
            <a:off x="22376281" y="11714324"/>
            <a:ext cx="4688092" cy="6432490"/>
          </a:xfrm>
          <a:prstGeom prst="rect">
            <a:avLst/>
          </a:prstGeom>
          <a:noFill/>
          <a:ln>
            <a:noFill/>
          </a:ln>
        </p:spPr>
        <p:txBody>
          <a:bodyPr spcFirstLastPara="1" wrap="square" lIns="91425" tIns="45700" rIns="91425" bIns="45700" anchor="t" anchorCtr="0">
            <a:spAutoFit/>
          </a:bodyPr>
          <a:lstStyle/>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EB Garamond"/>
                <a:sym typeface="EB Garamond"/>
              </a:rPr>
              <a:t>Perform linear regression to find relationships between linguistic features and revenue.</a:t>
            </a:r>
            <a:endParaRPr dirty="0"/>
          </a:p>
          <a:p>
            <a:pPr marL="0" marR="0" lvl="0" indent="0" algn="l" rtl="0">
              <a:lnSpc>
                <a:spcPct val="95000"/>
              </a:lnSpc>
              <a:spcBef>
                <a:spcPts val="1200"/>
              </a:spcBef>
              <a:spcAft>
                <a:spcPts val="0"/>
              </a:spcAft>
              <a:buNone/>
            </a:pPr>
            <a:r>
              <a:rPr lang="en-US" sz="3000" b="1" dirty="0">
                <a:solidFill>
                  <a:schemeClr val="accent6"/>
                </a:solidFill>
                <a:latin typeface="EB Garamond"/>
                <a:ea typeface="EB Garamond"/>
                <a:cs typeface="EB Garamond"/>
                <a:sym typeface="EB Garamond"/>
              </a:rPr>
              <a:t>Readability Features: </a:t>
            </a:r>
            <a:endParaRPr dirty="0"/>
          </a:p>
          <a:p>
            <a:pPr marL="457200" marR="0" lvl="0" indent="-457200" algn="l" rtl="0">
              <a:lnSpc>
                <a:spcPct val="95000"/>
              </a:lnSpc>
              <a:spcBef>
                <a:spcPts val="600"/>
              </a:spcBef>
              <a:spcAft>
                <a:spcPts val="0"/>
              </a:spcAft>
              <a:buClr>
                <a:schemeClr val="accent6"/>
              </a:buClr>
              <a:buSzPts val="3000"/>
              <a:buFont typeface="Arial"/>
              <a:buChar char="•"/>
            </a:pPr>
            <a:r>
              <a:rPr lang="en-US" sz="3000" dirty="0">
                <a:solidFill>
                  <a:schemeClr val="accent6"/>
                </a:solidFill>
                <a:latin typeface="EB Garamond"/>
                <a:ea typeface="EB Garamond"/>
                <a:cs typeface="EB Garamond"/>
                <a:sym typeface="EB Garamond"/>
              </a:rPr>
              <a:t>Flesch Reading Ease score</a:t>
            </a:r>
          </a:p>
          <a:p>
            <a:pPr marL="457200" marR="0" lvl="0" indent="-457200" algn="l" rtl="0">
              <a:lnSpc>
                <a:spcPct val="95000"/>
              </a:lnSpc>
              <a:spcBef>
                <a:spcPts val="600"/>
              </a:spcBef>
              <a:spcAft>
                <a:spcPts val="0"/>
              </a:spcAft>
              <a:buClr>
                <a:schemeClr val="accent6"/>
              </a:buClr>
              <a:buSzPts val="3000"/>
              <a:buFont typeface="Arial"/>
              <a:buChar char="•"/>
            </a:pPr>
            <a:r>
              <a:rPr lang="en-US" sz="3000" dirty="0">
                <a:solidFill>
                  <a:schemeClr val="accent6"/>
                </a:solidFill>
                <a:latin typeface="EB Garamond"/>
                <a:ea typeface="EB Garamond"/>
                <a:sym typeface="EB Garamond"/>
              </a:rPr>
              <a:t>Flesch-Kincaid Readability</a:t>
            </a:r>
          </a:p>
          <a:p>
            <a:pPr marR="0" lvl="0" algn="l" rtl="0">
              <a:lnSpc>
                <a:spcPct val="95000"/>
              </a:lnSpc>
              <a:spcBef>
                <a:spcPts val="1200"/>
              </a:spcBef>
              <a:spcAft>
                <a:spcPts val="0"/>
              </a:spcAft>
              <a:buClr>
                <a:schemeClr val="accent6"/>
              </a:buClr>
              <a:buSzPts val="3000"/>
            </a:pPr>
            <a:r>
              <a:rPr lang="en-US" sz="3000" b="1" dirty="0">
                <a:solidFill>
                  <a:schemeClr val="accent6"/>
                </a:solidFill>
                <a:latin typeface="EB Garamond"/>
                <a:ea typeface="EB Garamond"/>
                <a:cs typeface="EB Garamond"/>
                <a:sym typeface="EB Garamond"/>
              </a:rPr>
              <a:t>Richness Features</a:t>
            </a:r>
          </a:p>
          <a:p>
            <a:pPr marL="457200" marR="0" lvl="0" indent="-457200" algn="l" rtl="0">
              <a:lnSpc>
                <a:spcPct val="95000"/>
              </a:lnSpc>
              <a:spcBef>
                <a:spcPts val="600"/>
              </a:spcBef>
              <a:spcAft>
                <a:spcPts val="0"/>
              </a:spcAft>
              <a:buClr>
                <a:schemeClr val="accent6"/>
              </a:buClr>
              <a:buSzPts val="3000"/>
              <a:buFont typeface="Arial"/>
              <a:buChar char="•"/>
            </a:pPr>
            <a:r>
              <a:rPr lang="en-US" sz="3000" dirty="0">
                <a:solidFill>
                  <a:schemeClr val="accent6"/>
                </a:solidFill>
                <a:latin typeface="EB Garamond"/>
                <a:ea typeface="EB Garamond"/>
                <a:cs typeface="EB Garamond"/>
                <a:sym typeface="EB Garamond"/>
              </a:rPr>
              <a:t>Type-Token Ratio</a:t>
            </a:r>
          </a:p>
          <a:p>
            <a:pPr marL="457200" marR="0" lvl="0" indent="-457200" algn="l" rtl="0">
              <a:lnSpc>
                <a:spcPct val="95000"/>
              </a:lnSpc>
              <a:spcBef>
                <a:spcPts val="600"/>
              </a:spcBef>
              <a:spcAft>
                <a:spcPts val="0"/>
              </a:spcAft>
              <a:buClr>
                <a:schemeClr val="accent6"/>
              </a:buClr>
              <a:buSzPts val="3000"/>
              <a:buFont typeface="Arial"/>
              <a:buChar char="•"/>
            </a:pPr>
            <a:r>
              <a:rPr lang="en-US" sz="3000" dirty="0">
                <a:solidFill>
                  <a:schemeClr val="accent6"/>
                </a:solidFill>
                <a:latin typeface="EB Garamond"/>
                <a:ea typeface="EB Garamond"/>
                <a:sym typeface="EB Garamond"/>
              </a:rPr>
              <a:t>Hapax Richness</a:t>
            </a:r>
            <a:endParaRPr lang="en-US" sz="3000" dirty="0">
              <a:solidFill>
                <a:schemeClr val="accent6"/>
              </a:solidFill>
              <a:latin typeface="EB Garamond"/>
              <a:ea typeface="EB Garamond"/>
              <a:cs typeface="EB Garamond"/>
              <a:sym typeface="EB Garamond"/>
            </a:endParaRPr>
          </a:p>
          <a:p>
            <a:pPr marR="0" lvl="0" algn="l" rtl="0">
              <a:lnSpc>
                <a:spcPct val="95000"/>
              </a:lnSpc>
              <a:spcBef>
                <a:spcPts val="1200"/>
              </a:spcBef>
              <a:spcAft>
                <a:spcPts val="0"/>
              </a:spcAft>
              <a:buClr>
                <a:schemeClr val="accent6"/>
              </a:buClr>
              <a:buSzPts val="3000"/>
            </a:pPr>
            <a:r>
              <a:rPr lang="en-US" sz="3000" b="1" dirty="0">
                <a:solidFill>
                  <a:schemeClr val="accent6"/>
                </a:solidFill>
                <a:latin typeface="EB Garamond"/>
                <a:ea typeface="EB Garamond"/>
                <a:cs typeface="EB Garamond"/>
                <a:sym typeface="EB Garamond"/>
              </a:rPr>
              <a:t>Empathy Features</a:t>
            </a:r>
            <a:endParaRPr lang="en-US" sz="3000" dirty="0">
              <a:solidFill>
                <a:schemeClr val="accent6"/>
              </a:solidFill>
              <a:latin typeface="EB Garamond"/>
              <a:ea typeface="EB Garamond"/>
              <a:cs typeface="EB Garamond"/>
              <a:sym typeface="EB Garamond"/>
            </a:endParaRPr>
          </a:p>
          <a:p>
            <a:pPr marL="457200" marR="0" lvl="0" indent="-457200" algn="l" rtl="0">
              <a:lnSpc>
                <a:spcPct val="95000"/>
              </a:lnSpc>
              <a:spcBef>
                <a:spcPts val="1200"/>
              </a:spcBef>
              <a:spcAft>
                <a:spcPts val="0"/>
              </a:spcAft>
              <a:buClr>
                <a:schemeClr val="accent6"/>
              </a:buClr>
              <a:buSzPts val="3000"/>
              <a:buFont typeface="Arial" panose="020B0604020202020204" pitchFamily="34" charset="0"/>
              <a:buChar char="•"/>
            </a:pPr>
            <a:r>
              <a:rPr lang="en-US" sz="3000" dirty="0">
                <a:solidFill>
                  <a:schemeClr val="accent6"/>
                </a:solidFill>
                <a:latin typeface="EB Garamond"/>
                <a:ea typeface="EB Garamond"/>
                <a:cs typeface="EB Garamond"/>
                <a:sym typeface="EB Garamond"/>
              </a:rPr>
              <a:t>Donor-serving VS Society-serving missions</a:t>
            </a:r>
          </a:p>
        </p:txBody>
      </p:sp>
      <p:sp>
        <p:nvSpPr>
          <p:cNvPr id="131" name="Google Shape;131;p1"/>
          <p:cNvSpPr txBox="1"/>
          <p:nvPr/>
        </p:nvSpPr>
        <p:spPr>
          <a:xfrm>
            <a:off x="27474582" y="11715200"/>
            <a:ext cx="4092448" cy="6232435"/>
          </a:xfrm>
          <a:prstGeom prst="rect">
            <a:avLst/>
          </a:prstGeom>
          <a:noFill/>
          <a:ln>
            <a:noFill/>
          </a:ln>
        </p:spPr>
        <p:txBody>
          <a:bodyPr spcFirstLastPara="1" wrap="square" lIns="91425" tIns="45700" rIns="91425" bIns="45700" anchor="t" anchorCtr="0">
            <a:spAutoFit/>
          </a:bodyPr>
          <a:lstStyle/>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Verdana"/>
                <a:sym typeface="EB Garamond"/>
              </a:rPr>
              <a:t>Separate data randomly into training and testing sets. </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Verdana"/>
              <a:sym typeface="EB Garamond"/>
            </a:endParaRPr>
          </a:p>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Verdana"/>
                <a:sym typeface="EB Garamond"/>
              </a:rPr>
              <a:t>Create and evaluate a machine learning model that takes nonprofit information (asset code, state, mission statement, etc.) as input and outputs expected revenue.</a:t>
            </a:r>
          </a:p>
          <a:p>
            <a:pPr marL="0" marR="0" lvl="0" indent="0" algn="l" rtl="0">
              <a:lnSpc>
                <a:spcPct val="95000"/>
              </a:lnSpc>
              <a:spcBef>
                <a:spcPts val="0"/>
              </a:spcBef>
              <a:spcAft>
                <a:spcPts val="0"/>
              </a:spcAft>
              <a:buNone/>
            </a:pPr>
            <a:endParaRPr lang="en-US" sz="3000" dirty="0">
              <a:solidFill>
                <a:schemeClr val="accent6"/>
              </a:solidFill>
              <a:latin typeface="EB Garamond"/>
              <a:ea typeface="EB Garamond"/>
              <a:cs typeface="Verdana"/>
              <a:sym typeface="EB Garamond"/>
            </a:endParaRPr>
          </a:p>
          <a:p>
            <a:pPr marL="0" marR="0" lvl="0" indent="0" algn="l" rtl="0">
              <a:lnSpc>
                <a:spcPct val="95000"/>
              </a:lnSpc>
              <a:spcBef>
                <a:spcPts val="0"/>
              </a:spcBef>
              <a:spcAft>
                <a:spcPts val="0"/>
              </a:spcAft>
              <a:buNone/>
            </a:pPr>
            <a:r>
              <a:rPr lang="en-US" sz="3000" dirty="0">
                <a:solidFill>
                  <a:schemeClr val="accent6"/>
                </a:solidFill>
                <a:latin typeface="EB Garamond"/>
                <a:ea typeface="EB Garamond"/>
                <a:cs typeface="Verdana"/>
                <a:sym typeface="EB Garamond"/>
              </a:rPr>
              <a:t>Use Python library TensorFlow.</a:t>
            </a:r>
            <a:endParaRPr lang="en-US" sz="3000" dirty="0">
              <a:solidFill>
                <a:schemeClr val="accent6"/>
              </a:solidFill>
              <a:latin typeface="Verdana"/>
              <a:ea typeface="Verdana"/>
              <a:cs typeface="Verdana"/>
              <a:sym typeface="Verdana"/>
            </a:endParaRPr>
          </a:p>
        </p:txBody>
      </p:sp>
      <p:sp>
        <p:nvSpPr>
          <p:cNvPr id="133" name="Google Shape;133;p1"/>
          <p:cNvSpPr/>
          <p:nvPr/>
        </p:nvSpPr>
        <p:spPr>
          <a:xfrm>
            <a:off x="867624" y="19052651"/>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34" name="Google Shape;134;p1"/>
          <p:cNvSpPr txBox="1"/>
          <p:nvPr/>
        </p:nvSpPr>
        <p:spPr>
          <a:xfrm>
            <a:off x="1550567" y="19111388"/>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LITERATURE AND CONTEXT</a:t>
            </a:r>
            <a:endParaRPr dirty="0"/>
          </a:p>
        </p:txBody>
      </p:sp>
      <p:sp>
        <p:nvSpPr>
          <p:cNvPr id="135" name="Google Shape;135;p1"/>
          <p:cNvSpPr/>
          <p:nvPr/>
        </p:nvSpPr>
        <p:spPr>
          <a:xfrm>
            <a:off x="12037121" y="18286243"/>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36" name="Google Shape;136;p1"/>
          <p:cNvSpPr txBox="1"/>
          <p:nvPr/>
        </p:nvSpPr>
        <p:spPr>
          <a:xfrm>
            <a:off x="12554901" y="18343073"/>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FINDINGS</a:t>
            </a:r>
            <a:endParaRPr dirty="0"/>
          </a:p>
        </p:txBody>
      </p:sp>
      <p:sp>
        <p:nvSpPr>
          <p:cNvPr id="168" name="Google Shape;168;p1"/>
          <p:cNvSpPr/>
          <p:nvPr/>
        </p:nvSpPr>
        <p:spPr>
          <a:xfrm>
            <a:off x="1080319" y="20117106"/>
            <a:ext cx="9989816" cy="12095579"/>
          </a:xfrm>
          <a:prstGeom prst="rect">
            <a:avLst/>
          </a:prstGeom>
          <a:noFill/>
          <a:ln>
            <a:noFill/>
          </a:ln>
        </p:spPr>
        <p:txBody>
          <a:bodyPr spcFirstLastPara="1" wrap="square" lIns="91425" tIns="45700" rIns="91425" bIns="45700" anchor="t" anchorCtr="0">
            <a:spAutoFit/>
          </a:bodyPr>
          <a:lstStyle/>
          <a:p>
            <a:r>
              <a:rPr lang="en-US" sz="3000" b="1" dirty="0">
                <a:latin typeface="EB Garamond" pitchFamily="2" charset="0"/>
                <a:ea typeface="EB Garamond" pitchFamily="2" charset="0"/>
              </a:rPr>
              <a:t>Climate Shocks and Conflict</a:t>
            </a:r>
            <a:br>
              <a:rPr lang="en-US" sz="3000" dirty="0">
                <a:latin typeface="EB Garamond" pitchFamily="2" charset="0"/>
                <a:ea typeface="EB Garamond" pitchFamily="2" charset="0"/>
              </a:rPr>
            </a:br>
            <a:r>
              <a:rPr lang="en-US" sz="3000" dirty="0">
                <a:latin typeface="EB Garamond" pitchFamily="2" charset="0"/>
                <a:ea typeface="EB Garamond" pitchFamily="2" charset="0"/>
              </a:rPr>
              <a:t>Burke et al. (2009), Dell et al. (2012), and Hsiang et al. (2013) collectively establish that climatic shocks — including temperature increases and extreme weather events — significantly raise civil conflict incidence, reduce economic output, and destabilize political institutions across diverse global contexts.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Resource Scarcity &amp; Violence</a:t>
            </a:r>
            <a:br>
              <a:rPr lang="en-US" sz="3000" dirty="0">
                <a:latin typeface="EB Garamond" pitchFamily="2" charset="0"/>
                <a:ea typeface="EB Garamond" pitchFamily="2" charset="0"/>
              </a:rPr>
            </a:br>
            <a:r>
              <a:rPr lang="en-US" sz="3000" dirty="0">
                <a:latin typeface="EB Garamond" pitchFamily="2" charset="0"/>
                <a:ea typeface="EB Garamond" pitchFamily="2" charset="0"/>
              </a:rPr>
              <a:t>Homer-Dixon (1994) argues that environmental scarcity generates conflict through livelihood disruption and group grievance — a framework directly applicable to rural Indonesia, where agricultural dependence is high and customary land rights are frequently contested by corporate concession holders.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Indonesia-Specific Context</a:t>
            </a:r>
            <a:br>
              <a:rPr lang="en-US" sz="3000" dirty="0">
                <a:latin typeface="EB Garamond" pitchFamily="2" charset="0"/>
                <a:ea typeface="EB Garamond" pitchFamily="2" charset="0"/>
              </a:rPr>
            </a:br>
            <a:r>
              <a:rPr lang="en-US" sz="3000" dirty="0">
                <a:latin typeface="EB Garamond" pitchFamily="2" charset="0"/>
                <a:ea typeface="EB Garamond" pitchFamily="2" charset="0"/>
              </a:rPr>
              <a:t>Fires in Indonesia are driven by El Niño-induced drought, illegal land clearing for palm oil, and drainage of carbon-rich peatlands. Burgess et al. (2012) and Balboni et al. (2025) show that political incentives and weak property rights enforcement make fire risk in the region a deeply institutional phenomenon.</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Research Gap</a:t>
            </a:r>
            <a:br>
              <a:rPr lang="en-US" sz="3000" dirty="0">
                <a:latin typeface="EB Garamond" pitchFamily="2" charset="0"/>
                <a:ea typeface="EB Garamond" pitchFamily="2" charset="0"/>
              </a:rPr>
            </a:br>
            <a:r>
              <a:rPr lang="en-US" sz="3000" dirty="0">
                <a:latin typeface="EB Garamond" pitchFamily="2" charset="0"/>
                <a:ea typeface="EB Garamond" pitchFamily="2" charset="0"/>
              </a:rPr>
              <a:t>While the literature addresses climate-conflict links and Indonesian fire dynamics, no study directly estimates </a:t>
            </a:r>
            <a:r>
              <a:rPr lang="en-US" sz="3000" i="1" dirty="0">
                <a:latin typeface="EB Garamond" pitchFamily="2" charset="0"/>
                <a:ea typeface="EB Garamond" pitchFamily="2" charset="0"/>
              </a:rPr>
              <a:t>causal</a:t>
            </a:r>
            <a:r>
              <a:rPr lang="en-US" sz="3000" dirty="0">
                <a:latin typeface="EB Garamond" pitchFamily="2" charset="0"/>
                <a:ea typeface="EB Garamond" pitchFamily="2" charset="0"/>
              </a:rPr>
              <a:t> effects of wildfire exposure on conflict outcomes at the district level in Indonesia.</a:t>
            </a:r>
          </a:p>
        </p:txBody>
      </p:sp>
      <p:pic>
        <p:nvPicPr>
          <p:cNvPr id="3" name="Picture 2" descr="A black and white sign with grey text&#10;&#10;Description automatically generated">
            <a:extLst>
              <a:ext uri="{FF2B5EF4-FFF2-40B4-BE49-F238E27FC236}">
                <a16:creationId xmlns:a16="http://schemas.microsoft.com/office/drawing/2014/main" id="{0F454FC8-6F81-FA71-B2C1-B7EC7489198F}"/>
              </a:ext>
            </a:extLst>
          </p:cNvPr>
          <p:cNvPicPr>
            <a:picLocks noChangeAspect="1"/>
          </p:cNvPicPr>
          <p:nvPr/>
        </p:nvPicPr>
        <p:blipFill>
          <a:blip r:embed="rId5"/>
          <a:stretch>
            <a:fillRect/>
          </a:stretch>
        </p:blipFill>
        <p:spPr>
          <a:xfrm>
            <a:off x="484225" y="4486183"/>
            <a:ext cx="6477976" cy="1769034"/>
          </a:xfrm>
          <a:prstGeom prst="rect">
            <a:avLst/>
          </a:prstGeom>
        </p:spPr>
      </p:pic>
    </p:spTree>
  </p:cSld>
  <p:clrMapOvr>
    <a:masterClrMapping/>
  </p:clrMapOvr>
</p:sld>
</file>

<file path=ppt/theme/theme1.xml><?xml version="1.0" encoding="utf-8"?>
<a:theme xmlns:a="http://schemas.openxmlformats.org/drawingml/2006/main" name="UATheme">
  <a:themeElements>
    <a:clrScheme name="Custom 2">
      <a:dk1>
        <a:srgbClr val="A32638"/>
      </a:dk1>
      <a:lt1>
        <a:srgbClr val="FFFFFF"/>
      </a:lt1>
      <a:dk2>
        <a:srgbClr val="A32638"/>
      </a:dk2>
      <a:lt2>
        <a:srgbClr val="8C7D70"/>
      </a:lt2>
      <a:accent1>
        <a:srgbClr val="7D7061"/>
      </a:accent1>
      <a:accent2>
        <a:srgbClr val="A32638"/>
      </a:accent2>
      <a:accent3>
        <a:srgbClr val="6B5C4F"/>
      </a:accent3>
      <a:accent4>
        <a:srgbClr val="332B3D"/>
      </a:accent4>
      <a:accent5>
        <a:srgbClr val="7D7061"/>
      </a:accent5>
      <a:accent6>
        <a:srgbClr val="000000"/>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1235</TotalTime>
  <Words>938</Words>
  <Application>Microsoft Macintosh PowerPoint</Application>
  <PresentationFormat>Custom</PresentationFormat>
  <Paragraphs>68</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EB Garamond</vt:lpstr>
      <vt:lpstr>Arial</vt:lpstr>
      <vt:lpstr>Verdana</vt:lpstr>
      <vt:lpstr>Calibri</vt:lpstr>
      <vt:lpstr>Corbel</vt:lpstr>
      <vt:lpstr>UATheme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Sanford Media Center</dc:creator>
  <cp:lastModifiedBy>Hari Gunda</cp:lastModifiedBy>
  <cp:revision>12</cp:revision>
  <cp:lastPrinted>2024-03-16T04:47:16Z</cp:lastPrinted>
  <dcterms:created xsi:type="dcterms:W3CDTF">2013-11-01T13:54:30Z</dcterms:created>
  <dcterms:modified xsi:type="dcterms:W3CDTF">2026-03-29T20:32:51Z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0x0101003A8A5A696E543449A637BB6BA42BEA5D</vt:lpwstr>
  </property>
</Properties>
</file>